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1440"/>
  </p:normalViewPr>
  <p:slideViewPr>
    <p:cSldViewPr snapToGrid="0">
      <p:cViewPr varScale="1">
        <p:scale>
          <a:sx n="123" d="100"/>
          <a:sy n="123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3:50:11.3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1477 2074 23310,'27'-18'131,"1"0"1,8-8-146,17 4 0,7 1-1472,-16 3 1,0 0 1071,12-4 0,1 0-682,-5 1 1,-1 2-1838,-8 3 1,-3 3 2932,14-4 0,-27 10 0,-19 5 0</inkml:trace>
  <inkml:trace contextRef="#ctx0" brushRef="#br0" timeOffset="207">1835 1939 24643,'-7'-3'700,"-3"34"-667,5 10 1,0 4-2312,1-5 1,-1 0 2249,0 4 0,0-1-236,2-3 1,0 0-502,1 2 0,0 1-1154,-1 10 1,2 0 1642,4-1 1,0-4 0,-1 4 0,4-13 0</inkml:trace>
  <inkml:trace contextRef="#ctx0" brushRef="#br0" timeOffset="623">2189 2362 20604,'-3'-2'3899,"0"0"-2919,3 2-997,-23-11 45,21 10 6,-9-7 5,31 12-5,10-1-29,5-5 46,11-13-34,-14 2-17,9-16 33,-19 5 6,-2-7-5,-9 0 95,-18-1-90,-3 11 39,-19 0 6,0 16 51,-10 1 44,1 9-67,0 10-67,12 7-23,4 1-3408,7 24 3380,7-19-173,0 31 140,6-17-281,16 20 29,-2-22-785,22 8-1169,1-25-3463,17-1 5708,-3-10 0,-15-7 0,-15-4 0</inkml:trace>
  <inkml:trace contextRef="#ctx0" brushRef="#br0" timeOffset="1240">2836 2247 18722,'0'-3'5422,"0"1"-4716,0 2-264,-66-35-279,38 30-236,-19-8 0,-1 5 230,6 33-98,12-1 0,1 5-48,6-4 0,3 2-263,0 7 0,4 0 247,3 11-85,8 9-173,10-11-712,15 14-352,9-17-421,19-7 790,-7-23-868,20-13 319,-6-16 1084,-14-4 1,1-4 503,-6 0 0,-3-3-523,6-8 0,-4-2 727,-13 13 1,-2-1 392,2-8 0,-1-1 40,-6 6 1,-1-1-50,2-7 1,0-2 220,0-4 1,-3 0-410,-3 9 1,-3 2-191,1-3 1,-2 4 16,-3-3 185,-3 6-118,0 18 1806,-2 2-2131,0 7 517,1 9-545,0 3 240,1 17-206,0 26-22,-1 11-20,0-20 0,-1 2-685,0-4 1,0-1 670,0-7 0,-1-1-11,2 4 0,-1-1 11,1 15 0,2-8 28,1-13 45,2-21-23,0-9 40,4-11 44,11-24-78,-3 5 17,5-5 0,3-1 39,9-8-76,-8 13 0,1 1-2,16-7 1329,-10 14-1335,6 11-28,-13 15-28,11 11-45,-9 15-33,-7 0-888,-9 3 0,-3 2-8837,0 15 8422,0 9 0,-6-29 0,-2-20 1</inkml:trace>
  <inkml:trace contextRef="#ctx0" brushRef="#br0" timeOffset="2691">4979 2025 24732,'-43'-2'220,"0"0"1,2 5 0,6 8-185,13 18 0,6 7-22,2-8 0,-1 1-3,-3 10 1,1 2-739,2 3 1,2 1 726,1-1 0,2 0-23,2 4 1,5-3-51,16 13 45,4-22 432,22-9-426,3-19 2,-6-9 1,1-4 27,-3-3 1,-1-3-122,7-7 0,-1-3 138,-7-2 1,-3-1 14,18-16-1435,-18 8 1,-3 0 1461,-2-2 301,-4 0 1,-4-1-89,-8 4-140,0-5 84,-13 20-17,-9 11 247,-5 10-409,-7 10-40,2 16-5,3 9 0,6-7 3367,6 8-3384,10-11 9,16 7 3,8-14 5,16-7 0,-9-14 16,13-19 1,-24 5-6,12-23 90,-19-4-6,-4-6 40,-6-9 5,-9 9-17,-5 4-5,-7 7-6,-1 9-40,-3 10-38,-2 12-34,4 7 6,-14 23-1,10 3-10,-7 20-79,13 0-34,8-9-380,14 8-1301,25-9-491,15-6 592,7-10-3218,0-24 1,0-8-2032,-3-4 6947,-4 1 0,-1-4 0,-15-5 0,-5-1 0,9-6 4106,-3-6 1,-1-2 615,-5-4-3381,-8 11 0,-1 0 514,-1-9-545,-7 9-447,-4 11-370,-5 7-241,-4 8 1037,-3 9-1165,-4 8-40,-3 14-62,2-1 17,-8 29-39,6-10 376,-1 8-371,7-18 1,2-2 5,1-5-22,-2 24 11,8-39 45,1-4 33,3-10-22,4-13-39,2-2 61,8-18 40,3-13-40,2-3 1,3-10-34,-4 15-12,-2 6-10,1 12-7,-2 9-16,-2 8 6,2 8 0,0 7-12,1 11 17,-1 8 6,-2 11-34,-4 3 6,-6 4-17,-3-6 28,-3-6 6,-1-8 22,1-12 72,-1-6-77,4-26 5,3-3-17,2-12 28,13-19-5,-3 15 22,10-15 0,-4 18-23,0 9-5,-2 7-28,-4 10 17,10 4-17,-6 11-28,10 8-11,-8 11-157,-4 11-812,-7 9-3512,-7 6 4520,-7-2 0,0-18 0,-3-13 0</inkml:trace>
  <inkml:trace contextRef="#ctx0" brushRef="#br0" timeOffset="4000">6562 2226 13637,'-1'-3'7757,"0"0"-4458,1 3-3226,-15-35 22,13 35 0,-8-18 0,17 53-22,-2 15 0,-5 11-34,-4-27 0,-3 0-147,-1 1 1,-3-1 143,0-2 1,-2-1 25,-9 20-17,5-16 100,8-14 214,5-12-18,4-12-173,6-13-17,5-13 272,7-15-305,4-9-68,-10 23 1,0 0-130,-1 0 1,0 0 151,9-25-23,-3 7-44,-1 11 5,0 10 0,2 10-11,3 7 22,2 7-5,4 10-11,1 8 240,0 13-263,-2 8 1,-4 6-7,-9 1-5,-6-4 45,-10-7 5,-3-8 18,-4-10 32,2-7-4,2-7-7,2-9 1,2-7-1,3-12-38,6-8-6,6-4-1,8-1-10,2 3 5,5 7-22,0 7 17,9 9-6,-11 6 0,12 6 5,-10 10-38,9 7-40,1 13-78,-4 9-258,-6 12-426,-9 4-386,-8 3-313,-5-5-63,-2-10-100,3-12 1339,-1-15-79,8-16 398,2-15 380,8-15 449,3-11-9,-10 12 0,-1 0-308,-1 3 1,0 0-37,11-26 347,-1 9-84,-6 17-106,-1 2-207,-7 11-152,-6 14-173,-5 7 38,-4 14-32,-2 10-24,-3 13-55,2 9-17,3 10 28,4-18-5,9 6-12,5-26 17,8-1 39,4-11 34,4-13 39,1-12 22,-2-13 57,-1-11 61,-5-8-23,-3-5-100,-12 20 0,-1 0 5,0-21-78,-2 7 62,-4 15-51,-2 16-56,-1 1-100,1 8-91,-1 4-234,4 10-661,6 8-1379,5 11 2454,8 11 0,-9-17 0,0 0 0</inkml:trace>
  <inkml:trace contextRef="#ctx0" brushRef="#br0" timeOffset="4599">7935 2232 20716,'2'-6'4969,"-1"2"-4647,13-26 0,4-5 64,-1 9-269,5-13 1,-1 4-34,-8 22 0,0 6 23,-3 12 22,-1 10-79,-2 4 51,-5 34-90,-6-21-3,-2 2 1,-2 2-26,-13 23 17,2-4 0,2-3 22,10-30 6,5-12 45,2-7-22,6-13 49,12-18-49,6-9-1,11-15-22,-11 16 28,7-4-28,-7 14-33,9-3 10,-8 15-5,-2 5 34,1 17-34,-11 0 28,15 24-56,-12-4 28,7 14-6,-5-7-5,1-5 0,-3-9 11,7-4 5,-2-10 23,15-6-28,-4-12 0,8-13 0,-14-3 12,7-16 16,-6 1 5,-10 11 1,0-1 50,8-19 73,-5 2-73,-12 26 113,-5 6-197,-3 13 0,0 1 0,0 8 0,0 9 0,-3 11 0,-3 11 0,0-4-505,0 28-548,4-15-1154,7 17-4123,8-21 6330,5-13 0,-4-14 0,-6-9 0</inkml:trace>
  <inkml:trace contextRef="#ctx0" brushRef="#br0" timeOffset="4799">8835 1806 23153,'-4'-4'2509,"1"1"-2189,3 3-915,-10-6-1617,15 23 2212,-3 6 0,8 2 0,0 0 0</inkml:trace>
  <inkml:trace contextRef="#ctx0" brushRef="#br0" timeOffset="5032">9370 1545 25074,'17'-55'963,"1"0"0,-3 8 1,-4 9-740,-8 23-129,-4 17 23,-6 22-6,-6 29-82,2-12 1,-2 4-1068,-3 11 1,-1 2 1032,4-13 1,-1 0-1,0 2-62,-2 2 1,1 1 0,-1 0-157,1 2 0,0 0 0,2-1-223,1-1 1,1-2 0,2 0-1221,1 16 1,7-2 1664,10-9 0,3-5 0,3 2 0,10-17 0</inkml:trace>
  <inkml:trace contextRef="#ctx0" brushRef="#br0" timeOffset="5532">9268 2145 21735,'-48'-19'1372,"0"0"1,6 3 0,9 0-1088,22 2-178,17 3-46,13 1-38,20 3-29,16 2-8,-22 3 0,2 1-500,3 1 1,1-1 437,0 0 1,0-1-60,-2-1 1,0-1-62,5-4 0,-3-2 134,12-5 45,-18 1 0,-2-3-43,1-11 145,3-5 128,-13 3 134,-11 8 6,-7 9-51,-10 7 951,-6 10-1007,-9 13-8,-4 14-160,2 10-44,9 5-34,13-1 0,14-3 5,13-7 1,11-9 0,5-9 10,4-12 12,0-15-5,0-11 50,-2-14 72,-2-7 79,-4-2 107,-7 3 21,-11 9-339,-9 11-13,-8 13 0,-19 44 0,-4 7 0,2-3 0,-2 4-443,1-1 0,1 1 443,-1 5 0,0 3-2820,0 5 0,1 0 2820,1-3 0,2-4 0,5-15 0,1-4 0,-2 7 0</inkml:trace>
  <inkml:trace contextRef="#ctx0" brushRef="#br0" timeOffset="6133">1408 3089 22918,'-8'-1'-28,"2"0"-112,6 1-17,106 5-1542,-58 0 0,3 1 1727,-4-1 0,7-1 0,1 0 0,-1 1-410,-6 1 1,0 0-1,-1 1 1,2-1 523,6 0 1,1 0 0,1 0 0,2 0-1,-8 0 0,2-1 0,0 0 1,1 0-1,1 0-220,6 0 0,1 0 1,1-1-1,0 1 1,2 0 159,-6-1 0,1-1 0,1 1 1,1 0-1,0-1 0,1 1-219,-4-1 1,1-1 0,1 1-1,0 0 1,1-1 0,1 1 0,0-1 173,-4 0 0,1 0 0,1 0 0,0 0 0,0 0 0,1-1 0,1 1 1,0-1-61,-4 1 0,2-1 0,-1 0 0,1 0 0,1 0 1,-1-1-1,1 1 0,1 0 0,-1-1 44,-2 1 1,-1-1 0,1 1 0,0-1 0,1 0 0,0 1 0,-1-1 0,2 0 0,-1 0 0,0 0-15,-2 0 1,-1-1-1,0 1 1,1 0 0,0-1-1,0 1 1,1-1 0,-1 0-1,1 1 1,-1-1-1,1 0 14,2 0 0,-1 1 1,1-1-1,0 0 1,0 0-1,1 0 1,-1 0-1,0 0 1,1 0-1,0 0 1,-1 0-11,-4 0 0,1-1 0,-1 1 0,0 0 1,1-1-1,0 1 0,-1-1 0,1 1 0,-1-1 1,1 1-1,0-1 0,-1 1-4,0-1 1,1 1 0,-2-1 0,1 0 0,0 1 0,0-1 0,0 1 0,0-1 0,1 0 0,0 1 0,0-1 0,2 1-2,0-1 1,1 1 0,2-1 0,0 1 0,1-1 0,0 1 0,0-1 0,-1 1 0,0-1 0,-2 1 0,-1 0 0,-2-1 0,-1 1-8,6 0 0,-3-1 1,-2 1-1,-1 0 1,-1 0-1,1-1 0,0 1 1,1 0-1,3 0-20,-3 1 0,2-1 0,3 0 0,0 0 0,1 0 1,-1 0-1,0 1 0,-2-1 0,-3 1 0,-2 0 1,-3 0-297,12 1 1,-6 0-1,-2 0 1,-2 1-1,1 0 1,3-1 316,-2 1 0,2 0 0,1 0 0,0 1 0,-2-1 0,-3 0 0,-5 0 0,8 1 0,-5-1 0,-3 1 0,-3 0 0,-1 1 0,-1 0 0,1 0 0</inkml:trace>
  <inkml:trace contextRef="#ctx0" brushRef="#br0" timeOffset="65432">11174 1720 18453,'0'-5'5215,"0"2"-4173,0 3-818,-35-36-28,15 38-28,-31-18-33,19 53-34,-2 12-73,17-22 0,1 1 16,-9 28-16,11-5-16,14-10 10,14-11-11,14-12 34,10-12 22,5-16-28,-8-4 152,6-30-46,-24 9-10,-1-19-29,-24 15-16,-12 5-29,-10 8-16,-4 9-34,5 8-100,6 8-208,10 10-616,7 12-1697,7 15 2610,9 17 0,-5-24 0,4 3 0</inkml:trace>
  <inkml:trace contextRef="#ctx0" brushRef="#br0" timeOffset="65748">11283 2275 25506,'-56'15'317,"0"1"0,5-1 1,8 4-206,11 22-34,11 2-22,10-3-34,15-3-10,18-1-7,0-14-16,18-3 89,-1-20-55,-8-2 72,4-14 45,-22-4 50,-4-10 6,-10-4-50,-13 0-79,-10 4-56,-10 9-156,-5 10-1283,-2 15 1428,-3 15 0,21-5 0,2 3 0</inkml:trace>
  <inkml:trace contextRef="#ctx0" brushRef="#br0" timeOffset="81629">2771 4942 21058,'-40'6'944,"1"1"0,-18 2-743,68-8 135,32-1-255,-9 0 1,7-1-1472,8-1 1,7-1 0,0 1 1394,0 0 1,0-1 0,0 0-6,2 0 0,0 0 0,0-1 42,-2 1 1,0-1 0,-2 1-43,-4-1 0,-2 0 0,-1 0 0,10-1 0,-1-1 101,7-2 0,-10-2 106,-27-4-140,-3-2 40,-37-8 72,-30-7-53,17 15 0,-3 0-46,-8-3 0,-1 2 105,6 5 0,2 1 2923,-15-4-2671,9 3 776,25 7-1201,0 0 38,19 4-22,12 3-22,20 6-1,3 2-7,-9 0 0,2 2 7,-4 0 1,1 2-43,14 10 1,0 4-20,-10-3 0,-4 2-137,1 6 0,-7 3-2026,-14-5 1,-7 1 1075,-6 20-3773,-18-14 1,-6-2 2826,-1-3 0,-13 9 0,31-34 1</inkml:trace>
  <inkml:trace contextRef="#ctx0" brushRef="#br0" timeOffset="83285">5477 5039 19272,'-8'-58'1515,"-1"-1"1,-3 4 0,-5 5-1121,-2 16 0,-5 3-939,-4 4 0,-1 2 707,-20-8-17,10 19 0,-1 5-57,-14 7-64,18 5 1,0 4-4,-12 23 203,8 18-214,23-18 0,2 2-11,2 1 0,3 0 11,-2 20-11,13 0 11,24-17 68,8-9 27,19-12 68,0-28 481,3-13-566,-28 7 1,-1-3 16,-2 1 1,-3-2 112,14-22 393,-13 6-444,-9 7 148,-7 10-249,-4 9-67,-1 8 0,0 37 11,2 12-3,-2-2 1,0 6-1054,0-1 1,-1 3 0,0-2 1036,-1 7 0,-2 2 5,1-13 0,-1 5 0,-1 1 0,-1-2-408,-2 5 0,-2-3 1,-1 3 342,0-3 1,-1 3 0,-1 0 0,-1 0-9,-1 0 1,0 0-1,-2 0 1,0-2-255,0-3 0,-1-2 1,-1-1-1,1-2 333,-4 5 1,-1-3 0,0-4 27,-5 1 0,-1-8 70,-13-5-28,12-58-62,15-5 739,14-12 0,7-7-753,6 3 0,4-3-113,-1 6 1,3-4-1,2 1 73,4-4 0,1 1 0,2-1-19,3 0 1,2-1 0,1 3 10,1 1 1,1 1-1,1 2 23,-1 4 0,1 1 0,0 2 196,-3 5 1,1 1 0,-1 2-172,12-9 0,-1 3-133,-4 7 1,-1 2 146,-5 5 0,-1 2-5,-3 4 0,-1 1-18,19-11 824,-12 9-834,-13 8 1763,-11 9-1691,-14 14-1992,-14 14 1948,-3 6 50,0-1 0,0 3-56,-1 13-3,7-14 1,4-1-21,15 11 29,13-11 16,11-12 18,5-10 3331,2-16-3287,-1-10 28,-4-16 0,-8-10 11,-10-6 17,-12-5-28,-13 1 288,-8 1-288,-7 7-40,0 7-16,4 9-28,5 10-28,5 8-33,5 11-18,1 13-55,0 14 5,3 1-638,7 33 33,13-17 171,-2-12 0,4-2 148,7-9 1,3-4-15,7-3 1,3-4 95,6-2 0,2-4-209,4-5 0,0-3 531,1-2 0,-1-4 95,-4-3 0,-2-3 106,-7-1 1,-4-3 74,-7 2 0,-5-3 379,6-17-40,-19 1-121,-16 3 153,-13 5-396,-11 9-94,-6 8 705,-1 11-851,1 13-9,5 11-2,3 11-17,8 8-11,7 2 11,7 0 0,14-7 11,7-10 22,11-11 74,11-17-6,-2-15-29,-2-8 68,-4-15 0,-9 3 6,1-9 5,-6 6 6,-7 8-45,-4 12-73,-4 9-39,0 10 6,-6 15 11,-3 14-23,-8 17-5,2 13 11,8-27 0,2-1-6,4 30-5,17-8 39,21-13-199,-8-26 0,3-4 168,7-3 0,4-7 11,15-11 1,0-5 2,-17 4 0,1-3-422,-3-5 1,3-5 0,-5 0 410,2-9 0,-4-3 4,-5 5 0,0-3 0,-1-1 3,-3-2 1,-1-3-1,-2 0 9,-2-3 1,-1-1 0,-3-1-2,0-3 0,-2 0 0,-1 0 0,-2 1 0,0 0 0,-2 0 16,-2 4 1,-1 1 0,-1 2 49,1-10 1,-4 4 10,-5 12 0,-6 7-18,-24 0-74,2 23-111,-21 33 111,32-4 0,3 5 0,-7 13 0,1 5-461,7-9 0,1 3 1,2 2 460,0 5 0,0 2 0,3 4-265,1 0 0,1 4 0,2 0 0,1-4-407,0 0 0,2-3 1,3 3-133,1 1 0,3 5 0,2-2 1,5-5 803,9-4 0,5-5 0,-3-2 0,-1 9 0,0-4 0,5-12 0,1 0 0</inkml:trace>
  <inkml:trace contextRef="#ctx0" brushRef="#br0" timeOffset="83870">6138 5710 18403,'-53'5'998,"0"0"0,1 0 0,5 0 1,1-1-1,7 0-52,-15-1-683,25-1 6,20-2 0,30-1-101,17-3 1,8 0-113,10 1 0,6-1-1245,-2 0 1,5 0 0,-3 1 1199,-12 0 0,-2 0 1,3 1 7,-2 1 1,3-1-1,0 1 1,-2 0-329,7-1 0,-2 0 0,2 0 320,-5 0 0,1 0 0,2 0 0,0 0-203,5-1 1,1 0 0,-1-1 0,-2 1 185,5 0 1,-3-1 0,-1 0-10,-4 1 0,-2-1 0,-3 0-125,5 1 0,-7-1-781,7 1-1925,-1 0 2846,-23 3 0,-18 0 0,-9 0 0</inkml:trace>
  <inkml:trace contextRef="#ctx0" brushRef="#br0" timeOffset="84471">8488 4671 20022,'0'-3'2778,"0"1"-426,0 2-2279,-26-31-39,18 28 44,-25-6-33,24 36-22,-2 16-6,4-13 5,4 3 185,20-4 51,-1-11 33,14-3-151,-10-19-11,-1-6 100,-1-11 68,-2-14-162,-2-2-63,-10-6 24,-11 13-35,-6 6-50,-2 6-3459,-1 9 3404,7 4-500,-5 17-620,5 11-1116,-7 23 425,5-3-2364,3-9 0,0 1 4219,-3 15 0,2-7 0,4-19 0</inkml:trace>
  <inkml:trace contextRef="#ctx0" brushRef="#br0" timeOffset="84911">8560 5126 16532,'4'0'5680,"0"0"-2902,-4 0-2369,29 0-84,-22 2-11,22-1 38,-29 2 449,0-2-605,1-5-78,1-1-68,0-2 79,0-2-67,-2 4-6,1-1 5,-2 3-16,0 1 11,-3 0-28,-1 0-11,-5 1 0,-4 6-29,-3 2 18,-3 8-6,5-3-11,-1 7 22,11-9 6,0 3 11,7-8 17,3-4 5,5-6 6,3-6-34,-2-1 46,4-10 10,-8 8-33,0-6-12,-5 8-21,-1 2-57,-1 4-1316,-1 3 1361,3 18 0,-2-11 0,1 13 0</inkml:trace>
  <inkml:trace contextRef="#ctx0" brushRef="#br0" timeOffset="95610">7311 6800 12690,'-56'10'1622,"1"0"1,5-1-1,8-2-423,20-3-431,4-1-494,3 0-134,14-2 84,22 0-90,27-1-98,-9-2 1,5 0-596,14-1 1,4-1 563,-12 1 1,1-1 0,3 0-765,4 0 1,3 0 0,0-1 755,-12 2 0,1-1 0,0 1 1,0-1-21,0 1 1,0-1-1,0 0 1,-1 1-363,15-2 0,-1-1 0,-1 1 379,-6-1 0,-2 1 1,1-2 8,-1 0 1,0-1 0,-5 0-1,-1 0 0,-2-1 27,5-2 1,-6-2 199,-10 0 95,-5-6 624,-20-1-831,-24-5 112,-31-12-102,3 11 865,5 7 1,-4 2-728,10 7 0,0 2-22,-7-2 0,-1 1-46,3 2 1,3 2 1596,-19-2-1688,21 3-113,17 3 6,15 0 39,12 5-5,16 5-45,3 2-6,6 4 0,2 2 3,-7-1 0,1 0-137,16 8 1,1 3 125,-7-2 0,-3 2-48,-2 0 0,-3 3-252,-6 1 0,-5 2-1150,-8 2 0,-8 2 1475,-15 7 0,-6-2 0,0 5 0,-17-1 0</inkml:trace>
  <inkml:trace contextRef="#ctx0" brushRef="#br0" timeOffset="103122">10114 6645 22218,'-22'-39'168,"2"21"-73,15 75-73,1-14 3,6-7 1,3-1 2,11 10-486,13 8 508,12-9 23,7-10 61,5-12 146,-1-10 179,-9-14 167,-11-14-278,-14-16 24,-9-12-108,-8-12-57,-5-4-414,-1 0 303,-1 3-62,2 10 205,0 10-334,3 13-303,-1 10-358,4 12-588,7 13-1888,10 12 3232,19 14 0,-18-15 0,5 0 0</inkml:trace>
  <inkml:trace contextRef="#ctx0" brushRef="#br0" timeOffset="103452">11076 6652 22229,'-42'-34'513,"1"0"0,4 4 1,10 7-508,22 18 38,14 18-44,-2-2 0,15 22 12,-2 1-1,7 14-22,2 4-3,-14-23 0,1-1-136,1 2 1,0 0 65,0 0 0,-2 1-37,-1 1 1,-3-1-54,-2 2 1,-5-1-48,-6 1 0,-5-2-26,-5 0 0,-5-2-148,-7-2 0,-4-2-584,-4-2 0,-3-3-231,-1-4 0,-1-4-944,1-2 1,2-5 2153,-24-15 0,28 5 0,11-10 0</inkml:trace>
  <inkml:trace contextRef="#ctx0" brushRef="#br0" timeOffset="103650">10977 6743 19171,'-4'-44'1196,"-1"1"1,0 3 0,-4 12-805,-14 26-162,-5 15-113,-4 15-61,1 19-59,16-17 1,1 2-618,1 6 1,3 1 454,1 4 0,2 1-314,2 2 0,2 0-837,3-2 1,3 0-1682,3-4 1,2-2 2996,11 19 0,-4-26 0,-5-16 0</inkml:trace>
  <inkml:trace contextRef="#ctx0" brushRef="#br0" timeOffset="104506">11468 6822 23511,'11'-41'493,"6"8"-330,13 36-29,5-6-22,7-8-17,1-10 40,-1-7 72,-7-5 11,-12-2-5,-12 1-22,-18 1-29,-10 5-38,-14 8-29,-9 9-17,-3 6-27,3 11-46,8 5 6,11 10-11,11 6 28,7 7-11,10 6-17,9 7-17,9 3-332,8 2 309,8-4-4,6-7 21,5-10 12,0-11 22,-4-10 12,-6-11-12,-7-12 45,-5-9 0,-6-11-11,-5-7 5,-8-6 17,-4-4 68,-2-8-85,-2 21 23,3-8-6,1 22 266,8-6-333,7 5 0,11 3 6,10 7-1,7 6-5,4 8-238,-1 11 233,-4 8-12,-4 11 6,-5 8-17,-1 3 5,0 3 12,3 0-40,-8-17 1,0-1 28,7 6 19,-7-12 0,-3-3 9,-10-8 33,6-1 6,-14-7-34,1-11 6,-3-10 56,5-30-40,-3 11-8,-2 6 1,0-1 63,5-15 34,4-10 45,-4 5 168,-6 3-229,-6 21 304,-5 1-299,-3 20-78,-1 1-28,1 7 16,2 7-16,2 6 5,8 14-6,8 9-5,17 10-325,-11-20 0,2 0 266,4 0 0,1 2-154,4 7 0,-1-1-72,7 13-278,-20-12 0,-11 2-3504,-39 19 4067,10-24 0,-2-1 0,-17 10 0,10-17 0</inkml:trace>
  <inkml:trace contextRef="#ctx0" brushRef="#br0" timeOffset="105523">11407 8226 13525,'10'-60'1024,"1"0"0,0 0 0,0 0 0,-4 12 0,0 4 0,1-2-1787,4-13 0,0-3 0,-2 12 1564,-2 0 50,-2 13 1,-2 0 648,0-14-973,1-10 205,-5 37-710,0 16 17,0 53-25,0-15 0,0 4-435,0 6 1,0 5 0,0 2 418,-1 7 0,1 1 0,-1 4-325,0-6 1,0 2-1,-1 2 1,0 1 324,0-5 1,0 1 0,-1 1 0,0 1 0,0 1-305,-1-5 0,1 0 0,-1 0 0,0 2 1,0-1-1,0 1 308,-1 2 1,0 1 0,-1 0 0,0 0 0,0 1 0,0 0-221,0 1 0,-1 0 0,0 0 0,0 1 0,0-1 0,0 1 204,-1-1 0,1 0 0,0 1 0,0-1 0,0 1 0,0-1-116,0-1 1,1 0 0,0 0 0,0 0 0,0 0 0,1-1 49,1-2 1,-1 0 0,1 0-1,0-1 1,1 0 0,0 0-15,0 7 0,1-1 0,0-1 0,0 0 0,1-1-236,0-4 1,1 0 0,1-1 0,0-1-1,0-1-694,1 8 1,0-1-1,1-2 1,0-2 1023,1 7 0,1-4 0,-1-5 0,2 1 0,-1-9 0,1 3 0</inkml:trace>
  <inkml:trace contextRef="#ctx0" brushRef="#br0" timeOffset="106172">11486 8262 14398,'-3'0'3030,"0"0"-150,3 0-2343,87-23-1031,-55 15 0,3-1 643,9-2 1,6-2-1,-2 0 58,1 0 1,-3 0-18,-1 1 1,-2 0-29,-5 1 1,-2 0 100,24-5 443,-17 4-471,-14 5 264,-15 4-303,-8 2-190,-5 1-611,-1 0 293,0 6-3817,0 3 4129,1 4 0,-1-5 0,1-2 0</inkml:trace>
  <inkml:trace contextRef="#ctx0" brushRef="#br0" timeOffset="108531">13193 8118 17154,'6'-42'1408,"-1"0"1,1 0 0,2-16 0,-3 14-916,-6 29-426,0 7-246,-1 3 123,0 14 129,-3 17-57,-2 18-4,-2 15-330,4-25 1,0 1 311,0-1 1,1 0-88,1-1 1,1-2 81,3 22 50,7-14 135,3-16 167,6-13-22,3-18 512,8-15-612,7-18-93,-15 16 0,-1-1 114,0-1 1,-2 1 152,11-19 38,-12 13-207,-8 16-303,-6 10-49,-6 12 122,-3 11 12,-5 14-6,2 11-23,3 6-5,11-2 17,8-6 11,12-6 11,9-9-11,7-11 34,3-8 55,-3-16 7,-7-9 16,-11-16 5,-9-9-27,-11-8-6,-10-1 0,-8 3 5,-4 9-21,1 12-80,6 12-178,6 10-34,6 7-168,9 11-527,10 9-778,16 11-2016,13 5 3034,-17-15 1,-2-2-1,6 4 1,-5-4 0</inkml:trace>
  <inkml:trace contextRef="#ctx0" brushRef="#br0" timeOffset="108907">14154 8114 17288,'0'-3'5210,"0"0"-3289,0 3-1826,-31-43 0,9 45-28,-27-22-50,19 60 0,4 8-12,9 0-5,12-2 0,15-8-22,13-6 33,11-11 107,5-9 89,-1-13 79,-3-12 39,-9-15 11,-10-10-39,-11-8-84,-14-1-45,-21-7-152,4 20 46,-18-3-40,19 23-100,-1 2-79,12 7-84,8 11-263,11 8-431,6 13-740,9 8-1691,8 4-3971,6 0 6489,-1-8 0,-12-13 0,-8-11 0</inkml:trace>
  <inkml:trace contextRef="#ctx0" brushRef="#br0" timeOffset="109414">14363 8141 14180,'0'-6'7645,"0"1"-6936,-1-24 0,-1-7 271,2 9-678,-1-11 0,0 2-27,3 21-236,2 8-50,7 5 0,11 12-57,13 9-77,12 15-18,-18-7 1,0 4-6,-7-1 0,-3 0 61,0 0 1,-6 1-68,-7 2 1,-8-1 83,-14 15 230,-12 4 320,-18-19-52,9-23-228,3-12 111,15-22-106,12-5-62,8-11-100,11-2-102,14 0-117,12 3-168,11 4-249,-22 20 1,2 1 127,2-1 1,0 1-202,2 1 0,-1-1-194,1 0 1,-1-2-135,-1 1 0,-1-2 373,-3-1 0,-1-2 591,16-23 778,-11-3 272,-8-1 642,-10 1-30,-4 2-312,-5 3-280,-1 3 388,-2 7-786,-1 9-275,0 10-347,0 6 166,0 9-200,0 15 12,5 19-68,0 25-468,0-21 0,-1 2 289,-1 5 0,0 3-683,-3 13 0,-1 0 302,0-20 0,0 0-1792,-3 14 0,1-3 2442,-1 9 0,1-18 0,3-13 0</inkml:trace>
  <inkml:trace contextRef="#ctx0" brushRef="#br0" timeOffset="109873">15323 8021 15978,'18'-52'2212,"1"-1"1,-3 5-1,-5 7-1276,-8 8-404,-8 10-286,-5 11-140,-7 9-50,-9 15-61,-8 16 16,-10 18 14,15-12 0,0 2-8,5-4 0,1-1 2,1-1 1,2-1 3,-5 21-23,14-15 5,2 6 12,10-7 11,11-6-28,12-8 45,15-7 16,12-7-49,11-12-7,-29 0 1,0-3-1,8-6 1,-2-3-17,12-8 25,-18 5 0,-4-2 19,-1-11 57,-1-12 84,-9 1 117,-10 2 141,-5 5-1,-4 6-62,-1 7-100,0 8-190,0 8-124,0 8 34,2 12-1,0 3 7,0 20-62,2 3-96,3 14-184,1-18 0,1 0-768,10 25-188,2-4-4035,6-10 5338,-6-18 0,-3-6 0,-7-10 0</inkml:trace>
  <inkml:trace contextRef="#ctx0" brushRef="#br0" timeOffset="110569">15606 7586 20089,'0'-7'3994,"0"2"-3899,0 5-504,-3-58-274,2 54-1552,0-31 2235,8 83 0,-3-20 0,2 4 0</inkml:trace>
  <inkml:trace contextRef="#ctx0" brushRef="#br0" timeOffset="110969">15960 7833 24329,'47'27'50,"-11"0"-44,-31 4 0,-8 3-1,-2 15 23,-3-7 28,-2-12 230,2-12 195,4-9-138,3-15-103,6-14 1,6-16-45,10-12-67,7-7-296,-12 28 1,1-1 233,18-23-50,2 11-11,-2 13-6,-1 14-45,-3 12-61,-2 14-163,-1 14-196,-5 14-247,-4 11-542,-6 8-931,-7-20 1,0-1-1053,4 15 2720,-3-19 0,0-5 0,-1-13 1,1 0-1</inkml:trace>
  <inkml:trace contextRef="#ctx0" brushRef="#br0" timeOffset="111344">16830 8120 14292,'6'-8'3584,"16"-23"1,2-7-2251,-6-2-1074,6-4 1,-1-2 568,-13 3-115,-8 12-495,-12 14-96,-14 15-67,-15 16-45,2 3-14,8 5 1,0 4-10,-3 11-10,11-9 0,2 0 5,5 13 6,10-6-1,14-8 300,9-11-221,13-9 90,10-16 123,4-10 67,-1-13 51,-6-5 123,-6-7-364,-13 16 123,-4-4-112,-10 20-79,-2 2-78,-1 11-11,-1 17 34,0 19-73,-1 27-550,-3-22 1,-1 4 571,-2 7 1,-2 2-68,1-14 0,-1 2 0,-1 0-140,-1 3 0,-1 2 0,0-1-755,-2 4 1,-1 0 0,-2 0-31,-2 0 1,-1 0 0,-4 0 1008,-5 2 0,-4-1 0,4-5 0,2-4 0,1-4 0,-3-8 0,0 1 0</inkml:trace>
  <inkml:trace contextRef="#ctx0" brushRef="#br0" timeOffset="111886">17871 7907 16827,'23'-52'1005,"0"0"1,-1 0-1,1 0 1,3-9-1,0 2 1,-4 4-435,1 0 0,-5 5-22,-7 14 1,-2 5 0,-1-5-299,-9 21-189,-6 30 50,-8 29-73,3-5 0,-1 6-413,2-7 0,0 3 0,0 2 377,-3 8 1,1 2 0,-1 1-757,-1 5 1,0 1 0,-1 2 704,4-13 0,0 0 1,-1 2-1,0-1-134,0 2 0,0 0 0,-1 0 0,1 0-339,-1 0 0,0 1 0,0-1 1,1-1-1494,-1 0 0,1-1 0,0 0 1,0-3 2013,-1 7 0,0-2 0,1-5 0,0 2 0,2-8 0,1 1 0</inkml:trace>
  <inkml:trace contextRef="#ctx0" brushRef="#br0" timeOffset="113652">18686 7889 21231,'0'-51'1206,"0"1"0,-1 1 1,2 6-686,0 13-196,2 2-174,2 10-117,3 13-34,2 15 0,-1 5-11,3 22-6,-6 7 11,-3-13 1,-3 3 10,-4 7 1,-3 1-6,1-8 0,-1-2 5,-11 25 12,4-24 39,3-19 73,1-2-6,0-17-72,4-10-29,2-8-22,8-18 6,9-5-338,0 13 0,1-2 337,4-2 1,2-1-3,8-7 0,-1 3-1,-8 13 1,0 2 5,5-4 1,-1 5 19,0 5-22,4 2 10,3 9 35,-2 12-57,9 9-5,-11 5-39,5 15 38,-8 3-10,-8-4 0,-3 2-1,4 27 9,-10-23 0,-2-2 14,-3 8-2683,-12 5 2700,3-28 33,-10 8-5,8-21 11,2-19-34,6 1-11,6-18 29,21-20-18,3 4-147,-5 12 1,1 0 146,-1 7 1,-1 3 3238,14-11-3239,5 5-22,-4 15 0,-1 4 0,1 12-28,-8 14-6,-4 14-3028,-2 12 2956,-8-3-703,-6-1 0,-3 1 186,1 3-1117,-1 6 1,2 1-1325,8 1 1636,2 8-538,12-24 1227,6-22 1248,3-13 825,5-16 659,-8-16-962,-9 5 3670,3-12-2863,-3-2-892,-2 3-117,-3 1-174,-13 19-447,-5 11 1001,-4 4-1165,0 5 385,1 12-445,4-1 10,4 10 12,2-10 10,13-1 29,-2-11-22,10-9 5,-3-9 22,-2-12-16,-9 5 89,-2-20-34,-11 14 35,-3-13 49,-8 13-22,-5 9-89,-1 10 16,-7 6-72,5 14 5,-9 10-39,4 17-11,1 11 5,4-5-72,6-4 0,1 0-12,0 2-182,2 3 1,3 0-217,10-2-167,19 14 492,-2-32-3458,23-7 3565,-23-18-109,32-20 243,-18-5 3,-11 5 1,0-2 130,11-22-77,-10 8 145,-1-6 414,-3 3-503,-8 13 117,0 2-173,-14 24-85,-1 2 0,1 9 3305,3 6-3315,-1 4 212,5 24-252,-4-5 11,1 17-5,-3-11 16,0-8 17,2-10 6,0-11 39,3-10-17,4-13-11,-1-1 51,15-23-40,-6 5 23,11-15-12,-2 9-5,0 6-28,2 10-1,-3 9 7,-3 9-23,-2 9 0,-4 8 5,-4 9-16,-1 6-6,-2 0 17,3-3 0,3-8 6,7-8 5,6-9 0,-3-6 17,24-22-5,-15-7-327,-9 5 0,-2-3 329,-6-1 0,-3-1 8,-1-5 1,-2-3-34,0-2 0,-2-1-8,-2-3 0,-2 1 61,-1 2 0,-2 2 14,-1 4 0,-3 4 112,1-17 45,-6 19-84,0 16-100,-2 9-52,1 8 12,-3 11 670,-4 14-687,-3 16-50,1 17-40,8-24 1,2 2-1238,1 5 0,2 0 1148,1-6 0,2-1-1399,-1-2 1,5 3 1594,11 12 0,8 6 0,-4-8 0,-2 6 0,0-11 0,0-1 0,0 0 0</inkml:trace>
  <inkml:trace contextRef="#ctx0" brushRef="#br0" timeOffset="114160">21216 7743 23887,'-4'-47'5,"17"11"-2,16 34 0,6 8-20,-1-5 0,1 0-360,0 1 0,-1-2 377,-1-3 0,-1 0-5,27-7 282,-3-7-215,-8-3 122,-11-1 238,-13 1-52,-13 3-23,-12 3-145,-7 3 317,-9 5-469,-7 6-4,-5 9-1,-3 11-51,3 12-11,8 8 6,9 3 0,13 2 33,12-1-22,13-3 12,9-8 72,4-10 11,-1-12 34,-6-11 22,-4-12 6,-7-11 33,-6-8-22,-6-7-34,-9-2 12,-5-3-45,-6 1-6,-2 3-11,-1 7-62,4 12-100,2 9-90,1 7-106,-2 13-365,-5 9-890,-2 16-3114,1 11 4643,5-3 0,6-14 0,2-12 0</inkml:trace>
  <inkml:trace contextRef="#ctx0" brushRef="#br0" timeOffset="114510">21963 7606 20627,'0'-7'4368,"0"2"-3667,0 5-455,19-60-167,-7 45-51,20-36-11,-8 72-17,7 19-9,-14-12 1,-1 2-314,2 5 1,-1 1 284,0 3 1,-2 2-17,-2-1 0,-1-1 5,-2-2 1,-2-1-26,2 22 39,-5-21 101,-9-17 79,-6-16 28,-7-16 22,0-14 642,7-18-602,12-15-130,5 24 0,3 0-256,5-1 0,4 1 192,3 1 0,4 3-1647,8-1 1,2 3 1588,14-6-77,-15 18 1,0 4-810,7 9-2447,3 12 3349,-16 6 0,-14 0 0,-11-4 0</inkml:trace>
  <inkml:trace contextRef="#ctx0" brushRef="#br0" timeOffset="120776">11639 10109 16936,'-51'22'1002,"-1"0"1,1 0-1,0 0 1,0 0-1,15-7-631,17-6-181,-1 0 23,18-6 128,10-1-156,0-1 398,33 0-348,7-2-472,13-2 284,-6-3 1,3-2-654,-10 0 1,1 0 605,-1-1 0,5 0 0,-2-1-482,-4 1 0,-1 0 0,1 0 478,0 0 0,1-1 1,0 0-1,-1 1 0,0-1 0,-1 0-15,-3 1 1,-1 0-1,0 1-20,14-4 0,-3 2 11,-16 2 0,-2 1-202,28-4-1013,-32 7-1109,-9 1 2405,-14 5 1,-10-1-1,-2 2 1</inkml:trace>
  <inkml:trace contextRef="#ctx0" brushRef="#br0" timeOffset="122536">13940 9939 11110,'8'-5'9455,"-3"0"-9153,13-25 1,0-6 218,-9 13-76,11-17 1,-4 0 282,-21 19-140,-3 0-146,-7 4-33,-12 7-314,5 5 45,-15 12-50,9 8-34,-7 12-34,8 9-27,10 7-1,17 15 6,7-17-141,5-10 0,4-1 96,18 10 25,-11-15 1,3 2-15,5 4 1,0-1 27,11 10-3,-18-13 1,-3-1 8,-8 1 12,-9 5 21,-24-9-2,-9-11 0,-5-4-510,-20 2 482,5-4 0,-3-3 2,16-2 1,-1-1-1495,-12-2 0,0-1 1483,-12-3-403,5-19-498,48 1-807,15-16 359,13 9-880,5 9 0,5 1-2007,2 3 0,2 0 4242,4-1 0,-1 0 0,15-4 0,-22 12 0</inkml:trace>
  <inkml:trace contextRef="#ctx0" brushRef="#br0" timeOffset="122853">14395 9795 11032,'3'-4'7152,"0"0"-3668,-3 4-1960,4-72-717,-4 49-564,2-18 1,-1 6-127,-3 30-33,1 3 6,1 11 100,5 19-94,0 12-66,-2-8 1,0 1-3,0 18-6,-4-16 1,-1 1-34,-6 24 2,3-24 1,-1 0 8,-1 1 0,0-2 6,-2 14-12,3-5-22,6-26 62,5-3 27,9-9-94,1-1-68,3-4-84,-6-2-151,-6-2 17,-3 2-1008,-3-1-8212,-8 1 9539,1 0 0,-1 1 0,3 0 0</inkml:trace>
  <inkml:trace contextRef="#ctx0" brushRef="#br0" timeOffset="123419">14256 10117 18997,'-3'0'3596,"1"0"-2398,2 0-1147,70-56-29,-37 37-37,4-4 0,9-5 0,-7 7-35,3 8-110,3-2 1,-2 1-32,-11 4-475,26-10 324,-37 14 258,2-1 96,-15 6 245,-6 0 1087,-1 1-1092,-2 5 0,-3 4-50,-1 11-90,-4 7-62,3 6-22,4 1 0,9-1 17,8-5 78,19-5-56,-8-10 23,8-5 123,-6-10 219,8-15-130,0-8-11,4-18 6,-13 0-62,-7-1-39,-7 4-22,-7 8-73,-4 9-34,-2 9-90,0 7-89,0 5 0,0 3-2067,4 12 2179,5 5 0,-4-3 0,4-2 0</inkml:trace>
  <inkml:trace contextRef="#ctx0" brushRef="#br0" timeOffset="124389">15530 9863 13133,'12'-49'2114,"-1"0"0,0 1 1,4-18-1,-4 10-725,-8 23-403,-2 8-376,-1 4-380,0 12-28,-2 19 55,-2 18-77,-5 23-121,2-16 0,-1 3-291,-1 6 0,0 2 237,-2 4 1,0 2-488,1 2 1,-1 0 156,1 0 0,0 0-289,1-3 1,2-2-477,1-5 1,1-3-1437,2-6 1,0-3 2525,1 19 0,2-26 0,0-9 0</inkml:trace>
  <inkml:trace contextRef="#ctx0" brushRef="#br0" timeOffset="125473">15463 10110 12953,'0'-7'7495,"0"1"-6731,-8-26 0,-1-5 71,3 13-701,-4-15 1,3 5-84,11 26-57,12 6-33,17 1-62,2 3 0,2 1-28,18 0-459,-8 1 1,0-1 371,-14-1 0,0-1 6,6 1 0,0-1 98,-4-2 0,-2-1 151,29-8 68,-27 0 234,-4-10 147,-26 5 83,-6-4 23,-12 3 861,-12 5-973,-8 5-129,-4 9-152,1 8-117,8 10-44,8 4-52,10 3 24,12 0 38,10-3-39,10-3-11,9-8 23,4-5-23,3-15 5,-2-9 6,-3-13 35,-7-8 15,-9-6 18,-9-2 38,-8 0 63,-13-2-102,1 18 73,-14 3-44,7 19-57,-13 13-56,10 2 1,-14 38 10,20-18-8,3 3 1,0 1-43,0 18-39,7-18 0,2 0-104,1-1 1,5 0-2064,9 2 0,4-2 1719,9 7-60,3-18 0,5-5-169,20-10 581,-17-7 1,0-5-21,0-3 1,-2-3 238,0-5 1,-2-3-934,1-9 0,-3-1 1062,9-11 25,-17 10 0,-2 1 2402,1-7-1805,5-8-205,-9 17-283,-4 8 102,-8 15-298,-4 6 3404,1 9-3376,-1 20-111,0-4 10,-7 33-21,2-30 16,-9 24-17,5-21 0,-1 2 17,4-8 11,4-13 18,4-5 44,8-15-51,10-6-3375,18-17 3342,-8 7-727,20-16 750,-23 21-29,5-3 11,-5 9 17,-6 9-11,10 8 2985,-6 7-2990,3 10 1121,-10-2-1132,8 12-18,-6-10 12,12 9 10,8-9-10,-11-10 5,6-3 12,-8-12-12,0-11 56,17-25 6,-7-10-340,-19 22 0,-1-1 311,-1-4 1,-1 0 56,6-27-42,-7 21 0,-2-1 97,0-4 1,-1 1 84,-4 6 0,-1 2-118,3-18 79,-10 22-141,-1 25-5,-1 1-22,-7 22 545,0 8-562,-5 23-34,4 8-308,4-9 210,5-15 0,2 1-540,7 26-502,3-13 0,4 1-750,2-8 0,4-2-3009,5 5 1,2-5 3473,10 1 1,-11-17 0,-19-17 0</inkml:trace>
  <inkml:trace contextRef="#ctx0" brushRef="#br0" timeOffset="125699">17133 9878 21808,'-9'0'2913,"2"0"-2639,7 0 309,0 0-493,60-2-34,-6 0-1973,6-2 0,1 0 1889,-28 1 0,-2-1-45,3 0 1,-1-1-1791,14-5 1863,-8 1 0,-3 1 0,-17 3 0</inkml:trace>
  <inkml:trace contextRef="#ctx0" brushRef="#br0" timeOffset="126505">18334 9685 14614,'24'-54'1026,"0"0"1,0 0 0,0 0 0,-2 6-1,-1-1 1,-1 5 0,-5 8 278,1-5-1059,-9 21 246,2-3-162,-8 30 216,-2 16-182,-7 29-252,0-12 0,-3 6-744,-6 6 1,-2 4-1,-1-1 643,5-13 0,1-2 1,-3 3-532,-4 8 1,-2 5-1,-2 0 1,2-3 427,-3 4 0,0-3 1,-1 3-206,2-4 0,-1 1 0,-1 3 1,1 0-1066,3-7 1,0 2 0,0 1 0,1-2 0,1-3 1361,-5 13 0,2-4 0,1-1 0,2-6 0,2-1 0,4-10 0,2 3 0</inkml:trace>
  <inkml:trace contextRef="#ctx0" brushRef="#br0" timeOffset="127705">19337 9811 19580,'-45'-9'655,"10"2"-207,35 7 140,0 0-460,3 2-44,0-1 17,5 2 0,-1-1 28,2-1 5,0 0-72,-3-1 269,-3 0 50,-1 0 991,-2 0-1232,1-5-45,0 2 11,-1-2 34,1 3 437,-1 2-409,0-2-106,0 1 101,0-6-46,0 2-66,0 0 44,0 0 17,0 4-263,0-1 151,-1 6-11,1-3-208,-1 2 135,1-2 191,-1-1-102,1-5 18,-3 0-1,0-3 6,-9 2 6,-1 4-18,-2 0 1,-6 1 0,10 3-34,-2-1-5,9 1 50,7 0 33,12-1-16,4-1-12,12-5 1,5-1-37,-3 0 1,1-2-627,18-3 1,2-1 622,-3 0 1,-3 0-7,-9 3 1,1-1-67,19-4 0,0 0-617,-18 5 0,-1 0 37,16-3 0,-1 0-826,-18 5 1,-4 0-4224,14 0 5707,-25 5 0,-14 2 0,-10 2 0</inkml:trace>
  <inkml:trace contextRef="#ctx0" brushRef="#br0" timeOffset="127981">19729 9673 24071,'-31'28'616,"14"3"-565,37 3-29,5 10-22,2 7-407,-5 5 401,-9 0 23,-16-4-11,-20-4 27,-21-10-25,15-22 1,-3-3-20,-3-2 0,0-3-45,2-2 0,0-3-538,-19-4-931,21-11-2967,27-12 4492,32-10 0,-10 14 0,10 1 0</inkml:trace>
  <inkml:trace contextRef="#ctx0" brushRef="#br0" timeOffset="128356">20213 9791 25270,'-35'24'80,"-1"0"1,3 0-1,7 1-41,11 16-27,6 1-24,9-4 29,12-7-6,11-7 23,10-11 72,6-10 62,2-16 17,-2-12 6,-5-15 61,-9-7-34,-10-4-78,-8 3 11,-13 5-56,-4 11-44,-8 10-23,-1 10-11,1 7 5,1 10-95,3 5-156,3 10-365,6 4-739,11 5-1271,10-1-4129,16-2 6733,0-6 0,-10-9 0,-9-6 0</inkml:trace>
  <inkml:trace contextRef="#ctx0" brushRef="#br0" timeOffset="128781">20684 9644 21786,'8'-50'1353,"1"-1"1,-1 7 0,-3 9-984,-5 22-269,0 7-79,-1 29 0,1 7 12,-2 29-29,1-27 1,0 1-133,-1 4 1,-2 1 123,-2 3 1,0 1-370,-3 1 1,0 0 374,-2 0 0,-1-2-17,2-4 0,-1-2 25,-8 18 135,7-22-68,6-17 107,3-17-124,9-14 251,5-14-239,12-13-29,-3 15 1,2 1-28,10-13-20,-8 16 1,1 2 24,5 2 763,4 0-780,-7 11 12,-5 9-17,-2 11-28,2 10 28,-1 13 0,-3 7-39,-7 4-51,-8 2-5,-18-2-73,-17-4-17,7-22 0,-5-3-498,-6-1 1,-3-3-200,-5-2 0,-2-3 882,-5-4 0,3-2 0,-8 1 0,10-5 0</inkml:trace>
  <inkml:trace contextRef="#ctx0" brushRef="#br0" timeOffset="129348">21935 9771 15698,'2'-5'6783,"0"1"-6159,-3-26 1,-5-7 288,-6 7-611,3-11 0,-2 2 113,-11 18-235,3 8-130,4 7-50,4 9 11,5 10-5,2 9-29,3 9 40,6 5 6,5 6-1,8 5-16,4 4-29,3 3 6,1 0-44,-3-3 38,-7-5 68,-9-6-78,-20-4-7,-19-3 7,-23-3-372,21-17 0,-2-2 349,-3-2 0,0-3-124,1-3 1,1-3-885,-23-13-2341,24-13 2619,37-21 1,1 21 0,16-4 0</inkml:trace>
  <inkml:trace contextRef="#ctx0" brushRef="#br0" timeOffset="130172">22340 9694 17658,'3'4'3708,"0"-1"-835,-3-3-2189,-64 20-404,38-7-227,-12 1 0,4 2 3,22 3-16,7 1 27,12 1 39,9-2 1,12-5 5,8-4 5,6-6 29,-1-11-45,-2-7-45,-3-10 33,-4-6 7,-8-5 16,-7 0 28,-9 3-12,-10 4 7,-7 8-23,-7 6-45,-5 7-33,-1 8-46,-3 8 24,-1 10-1,0 10-22,3 7-17,8 5-17,6 1-90,12-2-374,18 3 212,-1-18-667,25 1-4981,10-19 4678,-10-4-453,-10-6 1,0-3-2261,10-11 1795,8-7 1956,-9-5 923,-11-2 892,-10-3 2318,-5-7-1367,-9 8-1529,-2 2 572,-6 9-7,-6 8-1203,2 3 3499,-4 4-3666,3 6-11,0 4-130,0 7-34,-1 8 5,0 7-44,2 3 22,7 6 40,7-9-40,2-3 34,10-10 11,1-8 5,8-7 46,8-14-12,-9-6-45,-3-2 68,-12-4 33,-10 5 157,-8-7-235,-4 12-11,-18 1-6,-4 15 28,-12 5-34,-2 9-22,-3 18-34,15 3-16,7 3-17,14 11 22,6-22-95,9 22-230,8-18-486,15 4-2107,25 1-1306,5-13 2325,-28-12 1,0-1 1915,24-6 0,-33-1 0,-2-1 0</inkml:trace>
  <inkml:trace contextRef="#ctx0" brushRef="#br0" timeOffset="130414">23366 9421 18297,'2'-47'1411,"0"0"1,-1 5 0,0 8 326,0 18-1542,-1 11 491,-4 17-547,-3 13 167,-3 3-251,-7 25-34,6-16 1,0 4-29,0 2 1,1 2-110,-1 10 0,1 0-101,4-9 1,2-3 13,0-9 1,3 0-393,0 1 0,3-1-2503,14 15-1333,1-11 4430,15-13 0,-18-21 0,0-5 0</inkml:trace>
  <inkml:trace contextRef="#ctx0" brushRef="#br0" timeOffset="131248">23638 9623 25422,'-30'-20'204,"0"1"0,-25-4-162,24 45 0,0 10-520,3-5 1,0 0 544,-1 2 1,1-1-7,-16 17-30,21-19 0,2 0 274,-3 24-300,7-2 180,22-1-235,22-18-12,7-11-145,25-5-275,-2-10-274,-11-5 0,2-2-565,-6-2 0,0-3-68,6-4 0,-1-2-583,-8-2 1,-3-1 128,-2-2 0,-1-1 1196,-5 1 1,-2-2 1542,14-18 3512,-18 0-2638,-16 16 1562,-17-3-1433,-8 15-572,-5-2-408,1 4-555,8 4 297,0 3 307,8 3-867,0 4-23,5 3-5,1 8-40,5 4-10,7 3-18,10 0-5,1-6 0,23 1 12,-14-12 16,13-6 16,-14-11-10,-8-10 28,-5-7-34,-9 5 39,-3-6 67,-5 2-61,-5 2-17,-6 4 0,-6 14-11,-6 9 0,-3 10-29,-1 8 12,4 5-11,5 5-17,6 1 11,4 11-22,5-12-11,9 11 5,6-15-5,9 6 27,7-5 6,2-7 6,-1-9-17,-5-8-17,-2-9 40,0-9-18,-1-9-21,-1-8 49,-1-6-5,-1-4 11,1-1-5,1 4 11,0 9 28,-1 8-29,-2 11 7,1 6-23,-5 7-6,3 7 23,-1 9-17,3 9-17,4 8 12,0 7-119,-1 3-760,-6 3-3447,-11 0 3794,-13-8 0,2-15 0,-3-11 0</inkml:trace>
  <inkml:trace contextRef="#ctx0" brushRef="#br0" timeOffset="192165">7090 13205 16560,'-55'17'1577,"-1"0"1,3-1 0,18-5-1085,34-10 6,8 0 162,16 0-264,32-1-305,-10-2 1,6-1-747,-7 0 1,4 0 0,1-1 653,9-2 0,2 0 0,2 0-604,-11 1 0,1 0 1,1 0-1,0-1 581,3 1 1,-1 0 0,1 0 0,2-1-21,-5 1 0,2 0 1,0-1-1,-2 1 1,-3 0 23,11-1 0,-4 0 1,1-1-2,-6 1 0,3-2 1,-2 0-1,-8 1-38,1-3 0,-5-1 108,2-2 1,-5-2 105,2-12 29,-32 0 1429,-25 1-1301,-17 2 124,-15 3 84,-5 4-33,5 3 2768,13 4-3015,16 3 92,12 3-311,10 2-11,12 1-33,15 3 50,19 8-28,-17-2 0,1 1-308,3 6 1,1 1 282,1 3 0,-1 1-99,-2 2 1,-1 1-381,-5 1 0,-2 2-1719,7 27-6156,-37 2 7592,-19-8 0,-3-17 0,6-14 0</inkml:trace>
  <inkml:trace contextRef="#ctx0" brushRef="#br0" timeOffset="192680">10361 12882 24587,'13'-31'67,"0"0"0,10 1 0,6 7-67,10 13 0,5 5-825,16-3 1,3 1 702,-18 2 1,0-1 0,1 1-159,-1 0 0,0 0 0,1 0-434,2-1 1,1 1 0,-4 0-2032,0-1 1,-3 1 2744,19-2 0,-30 3 0,-17 3 0</inkml:trace>
  <inkml:trace contextRef="#ctx0" brushRef="#br0" timeOffset="192891">10877 12675 25343,'-13'34'185,"1"0"0,-3 17 0,4 2-163,6-15 0,2 1-1019,-4 20 1,0 1 862,-1-6 0,1-1-533,0 1 0,0 0-1926,2-1 0,1-2 1978,2-7 1,0-3-1,1 10 1,1-25-1</inkml:trace>
  <inkml:trace contextRef="#ctx0" brushRef="#br0" timeOffset="193463">11241 13139 26861,'-46'-16'61,"12"7"-61,44 17 17,13 3-11,2 0 27,37-1 1,-11-7-15,-14-3 1,-1-3 36,17-7 17,-13-10 22,-16-5-56,-11 3 57,-13-12-29,-10 10-17,-9-6-22,-9 13-17,-11 9 12,-7 14-1,-7 9-16,0 14-6,5 7-23,8 6-10,11 3-12,12 4-157,12 0-369,18 1-526,15-2-98,-5-26 1,4-3-489,7-1 0,2-4-3233,8-3 1,0-3 4478,-1-2 1,-3-3 0,14-1 0,-23-2-1</inkml:trace>
  <inkml:trace contextRef="#ctx0" brushRef="#br0" timeOffset="194047">11983 13232 26043,'-37'-20'160,"-1"1"1,2 2 0,1 11-116,-13 39-17,3 6-28,9 5-23,10 2-66,12 2-124,12-2-258,19-4-487,16-8-649,24-9 453,-20-17 0,2-3-1134,5-3 0,2-4 1103,2-3 1,0-4 943,1-2 0,-1-5 479,-3-3 0,-2-4 451,-2-2 0,-4-4 95,-3-2 1,-2-3 122,-3-2 1,-3-2-214,-1-2 1,-1 0-124,-2 0 1,0 0-46,-4 3 1,-1 0-40,-3 6 0,-2 2 298,1-16-214,-9 16-151,-7 12 793,-2 9-1151,-2 4 807,0 12-863,-5 13 5,-5 19 0,-4 17-6,11-24 1,-1 1-138,2 2 0,0 1 121,1-2 0,2 0 5,1-1 1,1-2-1,-1 21 6,6-15 45,3-16 28,4-15 33,5-16-22,8-16 0,9-14 73,6-7-45,2 0-45,-1 7-17,-2 10 237,-4 11-265,0 9-27,-1 14 5,2 9 28,1 15-135,-2 10-632,-2 10-1832,-4 8 2571,-13-24 0,-2-1 0,2 4 0,-4-4 0</inkml:trace>
  <inkml:trace contextRef="#ctx0" brushRef="#br0" timeOffset="194772">14881 13263 22257,'19'-53'1180,"1"0"0,-2 5 0,-7 7-553,-15 15-218,-5 7-219,-7 9-95,-10 10-33,-11 17-1725,3 6 1,-1 4 1667,9-6 1,0 2-1,-3 9 1,-3 5 0,6-3-343,-7 16 317,9-2 0,5 0-2,17 9 22,9-25 0,5-1-69,7-4 0,5-5 69,7-5 0,4-4 5,2-4 1,1-5 2,-1-5 1,-2-6 36,23-17 50,-15-19-36,-27 16 0,-5-3-3,-1-5 0,-3 0 8,-2-3 0,-3-1 6,-3 0 0,-2 0-8,-1 2 0,-3 2-6,-3 3 0,-3 2 28,-14-19-28,-5 13-45,2 15 3128,4 10-3167,4 18-280,3 21-453,10 9 539,8 5-2691,26 4 2913,-1-24 0,2-3 0,7 10 0,5-4 0</inkml:trace>
  <inkml:trace contextRef="#ctx0" brushRef="#br0" timeOffset="195432">15368 13093 26586,'8'-26'23,"8"15"-29,4 32 1,2 11 5,6 7 2,-11-2 1,-4 1-8,-7-4 27,-10 27 0,-13-30 124,-17 0-23,4-16 79,-2-16-113,17-8 51,3-15-61,9-5-40,10-8-22,12-5-20,2 17 0,5 1 3,24-12-477,3 4 444,3 14-43,-25 11 1,2 2 21,8-1 1,2 1 33,-1-1 1,-1 1 19,-8 1 0,-3 1-6,10-4 23,-14-1 22,-4-5 12,-5 0-18,-7 0 46,-9-2-34,-2 8 44,-2-4 6,0 7 427,0 0-455,1 3 208,2 1-203,0-2 35,-3-5 61,0-2-107,-1 0-5,0 2 73,3 6-112,0 0 33,-1 13-44,2 6-6,-1 18-11,-3 8 0,-1-6-96,-1-6 1,0 0-1093,0 26-291,3-25 0,1-1-347,5 16 1074,8-16 0,-6-22 0,4 2 0</inkml:trace>
  <inkml:trace contextRef="#ctx0" brushRef="#br0" timeOffset="195605">16120 12842 23640,'34'-3'-1763,"-14"-4"1,-6 15-1</inkml:trace>
  <inkml:trace contextRef="#ctx0" brushRef="#br0" timeOffset="196522">16366 13026 21315,'-4'0'4224,"1"1"-3770,3-1-219,-15 27-95,23-17-34,-5 20-10,29-26 4,5-7-4,0-7-1,0-11 6,-3-9-17,-7-9 33,-8-3 34,-10 3-16,-10 9-29,-12 12-22,-11 9-17,-13 15-11,-10 9-11,-3 15-31,23-6 0,1 1-19,-11 21-4,20-18 1,4 0-20,2 7-90,8 7-179,11-9-341,8 8-269,11-3 133,10-7 360,9-12 246,10-13 157,-16-15 0,-2-6 33,17-6 39,-16-3 1,-2-4 168,8-14-217,-17 15 0,-1-1 242,-4 2 1,-2 0 309,13-18-22,-12 10-151,-10 13-212,-8 12-158,-3 5-50,-1 6 45,1 9 365,1 9-376,0 12-1,-1 10-16,-4 4 0,0 2 5,-1-6 1,1-10-1,2-12 34,5-11-17,-1-7 12,11-12-23,6-6-3376,20-14 3399,-10 9-1,14-4-5,-18 16-17,4 1 0,-3 5-6,-5 7 40,-1 3 3375,0 6-3426,3 1 23,5 2 5,8-1 0,9-5-207,10-5 196,5-14 16,-30 2 1,-1-3 5,-1-6 1,-2-3 8,-1-3 0,-2-5 8,-2-5 0,-3-4-485,0-6 1,-4-4 487,0-6 0,-3-3 3,-1-1 0,-2-1 39,-1 3 0,-2 2 126,-2 1 0,0 4-198,-2-9-12,-3 8 0,-2 36 0,0 4 0,-1 12 0,-1 16 0,-2 22 0,2-10 0,0 3-283,0 8 0,0 3 283,1 6 0,0 1 0,1 3 0,2 0-194,1 2 0,3-1-520,1-3 1,2 0-159,1-6 1,3-1-829,-1-7 0,2-2 1700,9 18 0,-7-27 0,-5-14 0</inkml:trace>
  <inkml:trace contextRef="#ctx0" brushRef="#br0" timeOffset="197448">17535 12938 21573,'-4'-3'4235,"0"1"-3787,4 2-734,70-24-437,-11 24-11,-14-5 1,7-1 0,-3 2-2281,0 8 0,-3 2 2669,1-1 1,-3-2-3,-8-2 0,-4-3 1167,11-7-355,4-5 487,-14-4 376,-13 0 16,-10 3-386,-10 3 3045,-11 5-3539,-10 4-88,-10 9-164,-5 8-161,2 9-12,7 8 6,12 3-28,12 3-1,14-4-16,9-5 28,9-8 45,2-8 11,2-10 45,-1-11 11,-3-11 39,-6-14 28,-11-8 1,-12-1 4,-12 1-55,-9 10-45,-6 9-17,-2 10-61,3 8-12,2 10-10,1 8-12,0 13 16,1 12-55,3 11-56,9 8-491,14 5 306,3-30 0,6-1-395,13 4 1,6-1 214,1-7 1,3-3-145,0 0 1,2-4 208,3-6 0,0-5 81,-8-4 1,1-2 206,7 0 1,2-2 111,-1-5 1,-1-3 55,-2-2 1,-1-2 84,0-4 0,-2-3-104,-1-3 1,-2-1 284,-2-3 1,-3-1 61,-2-2 1,-3-1-4,-6 1 1,-2 0 257,-2-25-190,-23 8-163,-23 12-129,-23 15-199,21 14 0,-1 4 62,-1 4 0,0 5 252,-2 8 0,1 5-269,9-1 1,4 2-12,2 0 0,3 1-14,0 23 385,16-11-402,13 8-11,16-7-16,22-9-1,13-13 56,-26-12 1,-1-5-178,1-5 0,0-4 191,-2-5 1,-2-4 5,-1-5 0,-3-3-68,0-7 1,-3-3 70,-2-5 0,-2-4 14,-1-4 0,-1-3 22,-2-1 0,-1 0 64,-1 2 1,-1 2 44,-3 7 1,-1 2-126,-3 9 0,-1 3 189,-3-9-226,-4 17 0,0 14 0,-1 9 388,-1 14-388,-4 39 0,4-18 0,1 3-499,0 4 0,-1 3 499,1 14 0,0 1-214,1-4 1,1 0-1464,0-8 1,0 3 0,1-2 1676,-1-5 0,1-2 0,0-3 0,1 2 0,0-5 0,-1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8T13:56:23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 2369 10646,'4'-37'4915,"1"0"0,-15-12-3927,11 9 1,-3 2-726,-18 7 252,-4 23-358,-2 8-50,-18 12-18,-2 18-429,21-6 1,-1 4 381,-1 7 0,0 3-31,1 4 1,2 3-21,2 1 1,3 2 8,5-3 0,5 0-12,7-4 1,7-2-141,5-5 1,7-3 134,8-5 0,5-4 3,5-5 0,4-4-6,3-3 1,2-5-365,2-5 1,-1-5 400,0-2 0,-1-4 0,-3-4 0,-2-4-65,-2-2 1,-3-1 67,-4-2 0,-2-1 10,-4 0 1,-3 1 59,10-21 721,-12 8-654,-10 13 220,-14 13-293,-11 19 828,-14 17-850,-8 17-28,3 10-127,12 4 99,17-4-12,21-4-5,19-9 0,19-10 11,-19-19 0,2-4-314,3-4 1,2-2 321,0-5 1,0-3 2,-2-4 0,-1-4 34,-2-10 0,-5-2 5,7-14 17,-21 9 1,-8-2 111,-14-12-34,-8 13 1,-4 0-44,-10-10-13,1 16 1,-3 5 95,-24 4-152,9 4-10,-6 13 16,13 17-17,-12 24 92,22-11 1,2 4-382,0 19 1,12 4-1225,20-7 0,9-2-10,4-2 0,8-6-1686,18-12 0,6-10 2574,1-13 0,-3-5 1,7 1-1,-3-6 0</inkml:trace>
  <inkml:trace contextRef="#ctx0" brushRef="#br0" timeOffset="571">3505 2596 12163,'2'-8'4486,"3"-31"1,-1-9-7514,-3-1 3251,3 3 0,-1 2 1330,-5 15-1470,0 41-28,-1 12-28,0 8 854,0 6-843,-2 22-14,2-13 1,0 1-21,1-7 1,0 0 5,3 7 0,1-6 6,1-16 3442,4-9-3061,1-29-264,1-10-55,3-8 100,1-13 169,5-14-292,-4 16-9,-3 11 1,1 1-9,5 4-5,26-4-18,-4 17-4,21 21-1,-18 22-17,-10 3 1,-11 2 5,-9-6-6,-3 2-5,-2 10 16,-4-16 147,-10-8-108,3-27 1,-4-11 11,15-23 0,7 2-33,5 2 38,10 6 62,13 7-100,-11 7 10,15 3-21,-14 17-1,-5 3-11,8 12 5,-20-2-33,6 18-212,-10 16-113,-2-5-703,-7-7 0,-3 1-8775,-6 17 8952,1-3 0,-1-18 0,5-23 0</inkml:trace>
  <inkml:trace contextRef="#ctx0" brushRef="#br0" timeOffset="1332">4626 2842 21039,'-2'-41'1932,"1"-1"1,0 8-1771,-1-7 1,1 5 282,1 27-417,3 15 118,0 6-112,11 45-23,-4-15-15,-3-3 0,0 9 1,-1-2-6,-2 5 1,-2 2-475,-1-1 1,-1 2-1,0 0 466,-2-9 0,0 0 1,-1-1-7,-2 17 1,-1-2-402,2-9 0,1-2 415,0-11 1,1-3 13,-1 10 29,0-23-34,-15-56 0,7 8-3,-2-13 0,0-5 11,5 10 1,2-2-389,-2-12 0,2-5 380,1-4 0,3-3 5,1 19 1,1-1 0,1-1 1,2 1 1,0-1 0,2 0-6,3-18 1,2 2 101,1 5 0,1 2-96,0 8 0,2 2-76,-2 6 1,3 3 67,17-17-17,7 15 17,8 17-28,7 15-34,6 19 59,-30-1 1,-1 4-12,-2 5 0,-3 5-20,-3 13 0,-5 2 34,0 18-11,-19-16 0,-9-2-3,-7-15 0,-4-3 17,1 0 0,-5-1-507,-11-3 1,-7-1 0,5-4 514,-20 3-11,-1-2 0,0-5 489,14-12-949,2-7 21,23-3-3325,42-21-2739,23 4 6503,-1 6 0,1 0 0,6 1 0,0 4 0</inkml:trace>
  <inkml:trace contextRef="#ctx0" brushRef="#br0" timeOffset="1714">5471 2591 24312,'-32'-5'274,"0"0"1,-27 8-258,18 41-12,12-5-2,17-8 0,5 3 3,9 11 8,4-12 0,4-1-3,27 9 0,17-11 3,-23-20 0,0-3 20,20 1 5,-7-9 174,1-30-96,-18-2-50,-8 3 1,-3-1 95,-7-25 16,-12 1-6,-7 6 1,-10 8-6,-7 12-62,-4 11-61,-1 9-28,4 9-17,9 5-28,1 17-146,11 4-475,1 17-1217,13 5-4413,8 6 6279,5-6 0,-5-17 0,-5-16 0</inkml:trace>
  <inkml:trace contextRef="#ctx0" brushRef="#br0" timeOffset="10393">6037 2863 15978,'1'-43'2513,"0"0"0,0 0 0,3-8-2435,-3-15 1,3 7 100,5 43-123,0 15-11,1 5 100,5 34-94,-8-8-12,-1 3 0,-1 4 6,-2 26-31,-5-22 0,-2 2-183,0-2 0,-1-1 183,-3-3 0,0-3 26,-6 19 105,3-20 12,6-18 353,5-27-421,3-3-3072,16-45 3079,-5 25-90,1-1 0,3 0 94,9-13-66,-9 21 0,0 0-1,20-17-33,6 15 6,-14 16-1,6 13 1,-16 16 11,12 25-17,-11-6 2,-5-5 1,-1 1 3,9 7-6,8 7 0,5-9 11,7-10-11,-12-12 3248,19-18-3220,-21-16-39,7-7 22,-12-5-6,-9 4 1,-1-2 284,9-23-276,-9 15 0,-1-1 53,0-19-3319,-7 18 3392,-8 3-39,-6 24-90,-19 10 0,8 11 0,-24 36-5,21-3-20,6-8 0,2 3-121,1 27-128,15 1-213,14-6-731,19-26 0,8-5 644,-14-11 0,2-4 385,14 3 0,-3-7-74,5-15 1909,-15-11 1,0-6-1395,-8-2 0,0-1-128,6-2 0,-2-2-235,-9-3 1,-6 2 715,0-9-319,-2 3 252,-1 2-29,-1 16-211,-2 4-169,1 8-39,-2 12-17,3 9 7,4 21-52,-4-4 6,1 28-23,-6-10-5,-2 16-51,-4-5-2491,-2-5 2548,0-23 195,0-8-123,3-22-44,1-5 44,5-14 129,20-30-90,2 4-98,-11 17 1,1 2 47,13-10 3370,-8 18-3393,11 4-33,-12 12 51,13 27-46,3 24-28,-8-16 1,2 0-596,-7-5 1,-1-2 603,2-4 0,-1-5-9,1-7 12,23-6 5,-15-15 1,0-9-6,7-14 0,-3-8-871,-3-4 1,-5-4 861,-8-1 1,-5-3 0,-8 9 1,-2-3-1,-1 2-351,1-4 1,0 0 366,1-10 1,0 0 41,-2 13 0,-3 4 688,-1-12-576,-4 12-112,-3 16-67,-1 29 1662,-1 17-1640,2 23-33,2 3 0,0 4 2,2-12 1,0 0-70,0 14 0,2 1 36,2-7 0,2 3-111,0-6 0,1 2 0,3 3-628,6 11 1,3 4-1,-1-3 389,-5-13 0,-1-2 0,2-2-166,3 0 0,2-1 0,0-7 558,16 13 0,-18-26 0,5 4 0</inkml:trace>
  <inkml:trace contextRef="#ctx0" brushRef="#br0" timeOffset="10577">7897 2769 23966,'52'-23'-480,"0"1"1,0 0 0,-3 1 0,0 1 0,-2 6-3451,3 6 1,-2 5 3824,-7-1 0,-3 0 0,9-2 1,-22 3-1</inkml:trace>
  <inkml:trace contextRef="#ctx0" brushRef="#br0" timeOffset="11285">8669 2596 19910,'0'-6'3881,"0"0"-2822,-4-53-695,1 38-31,-2-17 1,-1 3-82,0 24-118,-1-2-83,4 10-40,3 9 0,1 10 0,7 14-11,9 13-11,16 7-134,-9-23 0,2 0 128,4 1 1,3-1-32,9 6 1,-1-1 10,-13-11 1,-2 1-127,5 10 1,-8 0-17,-15-7-337,-21 20-302,-26-20 292,-4-1-2514,-1-14 0,0-4 2402,5-6 306,4-4 1,3-7 146,12-47 347,7 16-17,7 10 1,4-3 1727,2-5 1,2 1-950,1-1-756,-2 4 0,2 5 107,1 17 38,1 7 3214,-2 5-3409,2 9-45,-2 15-180,-3 26-725,-5-13 1,-2 1 168,-1 2 0,-1-1 0,-7 14 1,5-20-1</inkml:trace>
  <inkml:trace contextRef="#ctx0" brushRef="#br0" timeOffset="15372">1839 3569 15642,'-51'-10'-99,"0"0"0,7 0 0,11 4-501,20 5 959,38 5-135,1-1 252,27 2 0,10-1-81,-3 0 0,3-2-1253,-13 1 0,2-1 1,2-1 999,-3 1 1,3-1 0,1 0 0,2-1-39,-1 0 0,2 0 0,2 0 0,0 0 1,1-1-391,-7 0 0,0 1 1,1-1-1,0 0 0,2-1 1,1 1 332,1-1 0,2 0 1,2 0-1,0 0 0,0 0 1,-1-1-1,0 0-253,-3 0 0,0-1 0,0 0 0,0 0 0,-1 0 1,-1 0-1,-1 0 229,1-1 0,-2 1 1,-1 0-1,1 0 0,2-1 1,4-1-111,-8 1 1,4 0-1,3-1 1,2 0 0,1-1-1,0 1 1,-2 0 0,-1 0-1,-4 0 1,-3 0 99,5 1 0,-5-1 0,-4 1 0,1 0 0,5-1 1,6 0-25,-12 0 0,5 1 1,4-1-1,2-1 0,3 0 1,1 1-1,1-1 0,0 0 1,0 0-1,-2 0 1,-2 1-1,-3-1 0,-3 2 16,11-2 1,-4 0 0,-3 1-1,-1 0 1,-1 1 0,2-1-1,2 0 1,3-1-146,-9 2 0,2 0 1,2-1-1,2 0 1,1 0-1,0 1 1,-1-1-1,1 0 1,-2 1-1,0-1 1,-3 1-1,-3 0 140,12 0 0,-2-1 0,-2 1 0,0 0 0,-3 0 0,-1 1 0,-2 0 0,-3 0 0,12-1 0,-2 0 0,-4 1 0,-3 0 0,-5 1 0,0 0 0,1 0 0,-1 0 0</inkml:trace>
  <inkml:trace contextRef="#ctx0" brushRef="#br0" timeOffset="18772">3628 4249 9744,'0'-9'9124,"0"1"-7684,0 8-920,0 0 281,-2-53-190,3 37-342,-2-39 246,6 49 320,-1 2-326,0 0-128,-2 1-101,-2-1-179,0 1 72,0-4-49,0 4-107,0-1-130,0 3 113,4 4 12,-1-1 21,3 3-4,-2-3 10,-2 0 34,-1-2 112,0 0-129,1-4-34,-1 2-11,0-3-11,0 4 280,-1 1-274,-2-1-12,2-2 6,-1 0 17,1-1-6,-1 2-11,1-1 28,0 1-140,-1 2 62,0 3 50,1 5 11,-1 2 17,1 17-17,-1 1 6,0 18 17,-3 4-23,-1 8-6,2-26 1,0 1-136,0 1 1,1 1 115,0-2 0,1 1 19,4 27 12,3-7-45,3-7-213,3-7-1014,-2-6-4301,-1-9 5556,-3-9 0,-3-8 0,-3-6 0</inkml:trace>
  <inkml:trace contextRef="#ctx0" brushRef="#br0" timeOffset="20416">3568 4294 20224,'-1'-40'754,"0"-1"0,0 3 1,0 9-352,1 21-106,2 0 16,1 1-246,-1 3 12,2 1-51,-3 3-28,-1 0 45,2 8-29,-2-3 29,2 14 17,-1 0 22,0 10-11,-1 5-17,1 4 0,3 4-12,2 4 52,1-8 1,1 0-69,1 10-14,-3-15 0,0 0 31,1 8-6,-1 6 6,0 15-34,-3-28 0,-1 0-197,0 2 0,-1 0 165,1 1 0,-1 1 24,-1 1 0,1 0 8,0 1 0,0 0-5,0 2 0,1 0-6,-1 0 0,1 1-299,0 1 1,1 0 300,-1 1 1,0 0-413,1 0 1,-2 0 425,1 3 1,-1 0 3,0 2 0,-1 0 5,-1 3 0,-1 2-8,-1 1 0,0 2-508,-1 2 1,-1 0 507,1 2 0,-1-1-12,1-12 1,0 0 5,0 9 0,0 1-6,2-17 1,1 0 0,-1 1-3,1 2 1,-1 0 0,1 1 3,-1 8 1,2 2 0,-1-5-6,1 2 1,-1-1 6,2 1 1,0 3-1,0-6-4,0-8 1,0 0 1,0 3 0,0 7 0,1 0 0,-1-7-1,1-2 0,-1 2 2,0 2 0,0 8 1,0 1-1,-1-5-1,1-5 1,-1-4 0,0 4-269,0 1 0,1 4 1,-1 1-1,0-2 279,0 8 1,0-2 0,0 1-16,0 1 1,-1 1 0,1 0-2,0 2 0,0 0 0,0-3 1,0-10 1,0-2 0,-1 3-2,1 3 1,0 4 0,0 0 0,0-4-7,0-1 0,0-2 1,0 4 4,0-4 0,0 5 0,1 2 0,-1 0 1,-1-4-2,1-2 0,0-2 0,0-1 0,0 0 5,0 15 1,-1-1-1,1 0 0,0-3 1,-1-1 0,0-2 9,0-7 0,1-2 0,-2 2-2,1 11 0,0 3 0,-1 0-2,0-1 1,0 1-1,0-1 2,0 1 0,-1-1 1,1 0-13,0 0 1,0 0 0,-1-2-6,2-12 1,-1-1-1,1 1 11,-1 7 1,1 3-1,0 0-5,1 1 0,-1-1 0,1 3 0,0-6 1,1 1 0,-1 1 0,1-2-1,-1 6 0,1-1 0,0 0-4,0-11 1,0 0 0,0 0-1,0-1-581,0 8 1,0-1-1,0-2 585,0-8 0,-1 0 0,1 2-1,0 14 1,-1 4 0,0-5 20,-1 1 1,-1-1-19,0-10 0,0 2 0,0-1-1,-1 0 1,-1 0 0,0-1 20,1 0 0,-1 0 1,0-1-16,1 0 0,-1-1 1,0 0 3,1-2 0,0 0 0,1 1 0,-1 5 0,1 1 0,1-1-10,-1 13 0,0-2-3,1-3 0,1-2 3,0-3 0,0-2 8,0-9 0,-1 0-14,1 12 0,-1 1 11,0-2 1,-1 0 10,1-1 1,-1-1-12,-1 0 1,1-1 230,0 0 0,0-1-237,1-1 1,0-1 2,1-1 1,2-1 952,1 7 0,1 0-958,0-9 0,1-1 5,0-3 1,1-1-9,-2-2 0,1-2 539,0 23-519,-3-22 0,0 2-15,-2 0 1,-2 1-6,-3 10 1,-2 2 10,0-5 1,-2 0 13,-4 10 0,0-1 33,3-17 0,0-2-52,-3 10 0,0 1 2,4-9 1,1 0-15,-2 8 1,0 1 305,4-3 0,0-1-294,3-3 0,1 0-23,3-3 1,1 0 13,2-2 1,1 0-1224,3 7 0,1-1 983,4 14-4670,-4-3 1,-1-3 3308,-3-14 0,0 21 1,-4-49-1</inkml:trace>
  <inkml:trace contextRef="#ctx0" brushRef="#br0" timeOffset="21306">3673 4750 15188,'-6'0'6077,"0"0"-5528,-25 1-16,37 1-326,-22 0-25,45-1 0,16-1-121,3 0-1143,-8 0 0,8-2 0,-6 1 1116,18-1 13,-5-1 1,2 0-235,-18 1 1,-1 0 214,-2-1 0,-1 1-5,26-3-1,-30 1 51,-7 0-84,-9 0-617,5-3 2889,-10 3-2261,9-3 0,-13 5 0,7 0 0</inkml:trace>
  <inkml:trace contextRef="#ctx0" brushRef="#br0" timeOffset="22071">5128 4805 19305,'8'-52'1409,"0"-1"1,0 10 0,-3 4-206,-5-3-739,0 22-263,0-3-185,0 16-17,0 14 5,0 3 1,0 9 5,1 20-6,-1-7 1,-1 2-17,-1 23-110,0-22 1,-2-1 125,-7 8 29,-4-4 16,-6 1 46,-1-15 55,-1-15-34,1-19-27,3-16-26,11-10 1,4-4-43,1-12-84,3 12 1,3 0 89,14-17 6,5-2-29,-7 24 1,0 0 0,10-14-12,7 4 17,-12 29-28,8 0 370,-6 24-358,6 11 2,-3 12 0,0 2 3,10 10-383,2 4 0,3 0 374,-17-23 1,1 0 2,15 14 1,1 0 5,-11-13 0,-2-3 0,15 13 22,-18-16 40,-18-16 11,-2-5 27,-2-31-60,-1-2-10,0-8 1,1-5-17,1 9 0,0 1-11,0 0 0,-1 2 8,6-21 733,-4 36-890,-1 2-16,-2 12-1278,1 13-1725,5 13 3165,7 18 0,-5-14 0,1 2 0</inkml:trace>
  <inkml:trace contextRef="#ctx0" brushRef="#br0" timeOffset="22864">6244 4606 24396,'-50'-22'78,"0"-1"1,2 4-1,4 12-70,17 24 1,4 7 2,-21 20 6,10-1-6,14-3-11,11-7 6,10-8 33,8-8 40,9-7-12,9-12 17,9-10 22,4-11 23,2-10 33,-6-6-15,-6-5-7,-9-2 22,-7 0 56,-6 7-22,-5 7-72,-1 12-80,-3 9-77,0 6-6,-1 13 39,1 9-28,0 14-56,1 7-79,6 5-117,4 0-129,10 0-185,6-5-173,4-7-101,4-9 56,1-11 397,-1-14 404,-3-12 190,-6-12 174,-6-6 101,-9-1 44,-6 0 29,-3 4 22,-3 3-29,1 8-178,-2 6-218,3 6-113,-1 5 6,4 8 5,5 6-16,6 12 11,4 8-29,0 7 7,-2 3 38,-3-1-27,-1-3-6,-4-12 50,4-2 158,-4-17 32,7-5-94,3-18 0,8-16-12,6-13 0,1-7-252,-4 0 218,-6 6-44,-6 7-39,-6 10-56,-5 10-107,-1 11-178,3 8-388,8 12-502,7 10-1845,7 11 3059,2 9 0,-13-19 0,-3-1 0</inkml:trace>
  <inkml:trace contextRef="#ctx0" brushRef="#br0" timeOffset="23065">7143 4670 18560,'1'-4'5366,"0"1"-3299,-1 3-2073,-6-50 12,1 50-45,-4-31-118,5 67-207,4 5-415,5 2-688,3 0-1166,2-3 224,-1-11 1561,0-3 0,-6-18 0,1 1 0</inkml:trace>
  <inkml:trace contextRef="#ctx0" brushRef="#br0" timeOffset="23232">7361 4426 19412,'-16'-35'2290,"-1"0"1,1-1-2199,-3-2 1,1 3-323,9 17-2173,6 12-4576,23 34 6979,-3-5 0,7 11 0,-13-20 0</inkml:trace>
  <inkml:trace contextRef="#ctx0" brushRef="#br0" timeOffset="24355">7915 4581 16958,'0'-5'7657,"0"1"-7335,-19-29 0,-10-3-194,4 18-27,-13-19 1,-5 7-32,9 34 0,1 10-65,1-5 1,0 3-264,-5 7 1,5 1 263,-2 8 127,8 4-122,18-8 11,4 3 23,14-7 106,18-6-27,4-6 347,3-8-320,0-9 34,-9-6 33,6-6 135,-5-4-151,-11 8-141,-6 3 1,-7 10-51,-3 4 0,0 9-5,2 9-9,0 13 0,-1 3 3,1 10-3,0-7 1,-2 2-15,-3 7 0,-1 1-1246,-1 2 0,-1 2 1212,0-1 1,0 3 0,-2-1-36,0-2 0,0-2 1,-1-1 29,-1 9 0,-3 0 1,-4-8 1,-5 3 0,1-9-396,-12 10 475,-2-10 0,-4-10 31,-5-31-145,-8-21 111,14-21-22,17-5-9,16 10 1,6-4-180,12-8 1,6-2-186,1-1 1,5 0-278,-2 11 0,3 0 0,1 3 14,13-7 1,0 5 293,-8 10 1,2 2-307,6-2 1,2 2-151,3 2 0,2 0 451,1-1 0,1 0 240,9-3 1,-2 1 187,-12 5 1,-2 1 13,-11 6 0,-1-1 1048,0-1 0,-3-1-140,6-6 668,-1-6-103,-14 4-734,-14 8-414,-12 3 1151,-11 10-1386,-9 7 350,-6 10-490,-3 11-39,1 9-1,9 6-10,11-8 27,11 9 0,13-16 51,5 3 101,7-15-23,2-13-17,1-11-61,-2-4 90,4-16 66,-3-6-55,-2-1-1,-2 0-83,-9 19 106,-4 8-157,-4 9-44,0 6 16,0 14-6,0 12-16,4 11 17,2 6-6,5-1 0,5-2 17,8-5-6,6-10 34,5-10-34,-4-9 11,21-23 6,-12-10-28,-12 3 0,0-3 11,-6-2 1,-2-2-476,-2-4 1,-2-1 468,-4 5 1,-1 0-6,1-11 0,-2-4 0,-2-4 0,-1-1 25,0 1 0,-2-1-3,-1-4 1,-2 3 5,-7-10 34,-4 21-1,-5 21-27,2 16-1,0 20-27,4 18 0,4 22-6,6-21 0,2 3-14,3 5 1,3 2-40,3 5 0,1 0-90,2 2 0,0-2 37,-4-9 0,-1-1-340,2 16 1,-2-2 44,-8-20 1,-1-2-239,2 13 0,-1-3-1484,-4 6-2784,1-19-128,2-15 5035,4-11 0,-3-4 0,1 0 0</inkml:trace>
  <inkml:trace contextRef="#ctx0" brushRef="#br0" timeOffset="24690">8908 4742 11194,'-8'-6'9830,"2"1"-8937,-30-20 1,-6-5-306,15 11-56,-23-15 0,6 1-257,31 22-214,4-2-38,26 9-6,18 3-29,23 6-2,-22-2 0,1 1-260,2 1 0,0 0 246,-2-2 0,-1 0 20,2-2 0,-3-1-4,9-3 18,5-9 11,-25-6 44,4-9 107,-8-14-72,-9 12 223,-7-12-111,-7 24 453,-9-10-230,0 16-370,-2-1 482,2 14-538,5 13 18,-2 13-12,2 14-28,3 7-78,6 4-297,6 2-578,6 0-1303,4 1 2273,2 2 0,-8-27 0,-2-4 0</inkml:trace>
  <inkml:trace contextRef="#ctx0" brushRef="#br0" timeOffset="24882">9397 4293 20218,'-6'-6'2045,"2"1"-1693,4 5-3264,0 0-6919,1 12 9105,4-4 1,-3 5 0,2-7 0</inkml:trace>
  <inkml:trace contextRef="#ctx0" brushRef="#br0" timeOffset="25259">9972 4520 18795,'0'-4'5831,"0"0"-5406,0 4 80,-62-47-264,23 39-365,-7-12 1,0 6 185,4 29-12,11 5 1,3 4-34,-3 16-12,10-10 1,4 2-6,5 25 0,17 0 5,13-3-10,18-8 22,10-12 55,6-13 63,-3-15 55,-11-17 105,-10-15-99,-12-17-5,-8-9-51,-5-7-34,-7 3-22,-1 5 0,-3 9-50,-1 14-68,2 10-33,1 10-67,3 14 34,1 10-1064,4 13-7625,16 20 8789,-1-11 0,3-4 0,-10-21 0</inkml:trace>
  <inkml:trace contextRef="#ctx0" brushRef="#br0" timeOffset="25597">10307 4565 26060,'8'33'123,"1"4"-112,2 11-11,-3 1 0,-4-4 23,-5-9-6,-2-11 184,-1-12-66,1-7 145,3-19-23,15-15-195,-2-2 11,23-17-23,2 14-8,-6 11 0,1 1-14,15-5-14,-12 14 0,-2 3-3,-7 7-22,17 14-6,-18 16-50,4 20-256,-15-17 0,-1 3-402,-1 4 0,-1 3 206,0 8 1,-2-2-1,0 6 1,-2-2-1</inkml:trace>
  <inkml:trace contextRef="#ctx0" brushRef="#br0" timeOffset="26771">3829 7405 11732,'-40'4'3770,"1"-1"0,-18 1-2956,13-1 1,3 0-485,7-2 270,38-8-404,5 2 157,21-8-112,8 5-135,-3 2 1,2 1-65,-2 1 0,1-1-374,9 0 0,0 1 360,14-2-3,-22 3 0,1-1 31,22-2-25,-17 1 0,0-1-20,-9 2 0,-1-1-8,3-1 0,0 0-6960,24-3 6957,-22 3 0,-4 2 0,-29 4 0</inkml:trace>
  <inkml:trace contextRef="#ctx0" brushRef="#br0" timeOffset="27417">5306 7249 17367,'16'-57'1813,"1"-1"0,-3 6 0,-2 6-850,-7 2-263,-2 11-263,-5 13-303,1 11-123,-3 12 40,-5 30-18,0 27-27,1-3 2,5-18 1,4 1-1,7-8 1,3-2 2,6 21 0,9-15 0,7-5 28,13-6 6,-11-10 0,0-3 0,9-6 129,15-26-107,-31 4 34,1-13 0,-1-3-23,-7-2 25,0-8 1,-2-2-8,-3-9-60,-6 22 0,-2-2 28,-3-2 1,-3 3-48,-1 4-6,-3-12-67,-2 32-140,-2 10-280,0 11 476,8 20 0,3 3 0,-4-7 0,9 30 0</inkml:trace>
  <inkml:trace contextRef="#ctx0" brushRef="#br0" timeOffset="27748">6425 6975 19218,'-54'-33'2803,"0"0"0,45 68-2532,-35-43-266,70 49 1,25 11-6,-11-23 0,1-3-23,8 5 1,-14 5-142,-37 3 0,-15 2 164,-8-2 0,-6-1 0,2-1 0,-3-5 0,-9-19 0,0 0 0</inkml:trace>
  <inkml:trace contextRef="#ctx0" brushRef="#br0" timeOffset="28066">6271 7040 23450,'20'-31'756,"-12"26"-770,-21 49 0,-10 23-160,11-27 1,2 2-1181,-1 2 0,0 3 1,4-4-45,6-7 1,4-3-4349,11 26 5746,5-15 0,-3-21 0,-6-12 0</inkml:trace>
  <inkml:trace contextRef="#ctx0" brushRef="#br0" timeOffset="28669">6798 7205 9184,'30'-52'4915,"0"0"0,-19 21 1111,-20 49-6007,-12 15 1,6 2 14,24-9 22,9 3 22,13-7 6,7-9 23,4-11 89,8-19-134,-17 2 72,9-24 1,-21 3-12,1-13-42,-14 18 0,-4-2 87,-4-28-61,-10 6-12,-9 17-33,-4 19 10,-18 13-77,15 8 2,-15 40 0,4 11 3,18-14-157,2 1 0,-1 8 1,10-7 156,22-1-6,6-4 1,6-1-12,19 1 0,-6-11 0,5-12 58,6-29 0,5-19 1,-6-3 33,-6-7 1,-3-4-52,5 6 0,4-2 1,-13 1 19,-22-3 1,-5 7 56,16 13-17,10 11-28,5 4 170,0 22 1,1 9-255,-11 5 0,-3 8-2333,0 8 0,-1 8 0,-5-3 2361,-4 1 0,-4-2 0,-5 7 0,-3-8 0,-5-22 0</inkml:trace>
  <inkml:trace contextRef="#ctx0" brushRef="#br0" timeOffset="31722">8645 7120 8646,'-11'11'7270,"2"-2"-4430,9-9 762,0 0-2846,42-38-140,-28 17-409,9-5 0,-2-1 124,-17-1-68,-6-1-39,-4 2-23,-7 3-66,-4 7-39,-9 7-7,-8 8-16,-8 13-6,-7 11-16,-1 15-236,25-15 0,1 2 199,3 2 0,1 0 3,-10 24-77,13-4 60,17-8 28,18-10 16,17-10 1,18-15-17,-21-9 0,1-4-347,6-4 0,-1-5 338,2-5 1,-1-4 11,0-5 0,-2-3 0,-4-4 0,-3-4-3,-4-2 0,-4-3-392,-4-3 1,-4-1 394,-3 0 0,-4 1-3,-1 0 0,-3 2-19,-1 6 1,0 2 40,-2 8 1,0 4 33,-3-12-51,0 21 578,0 16-628,-1 20 1239,-2 19-1250,-3 26 19,3-20 1,-1 2-117,0 5 0,1 5 108,1-1 0,0 4 1,1-4-1643,-1-2 0,2-1 1620,0 16 0,4-4-168,14-4-79,12-9 34,-1-19 0,6-6 28,7-8-1,3-6-467,-6-3 1,-1-3 674,3-6 1,-1-5 13,-5-6 0,-1-3-46,1-2 0,0-3 74,7-8 0,-2-3 9,-4 0 0,-4-2 10,-4 1 1,-5-1 25,-5 4 0,-3 1 2642,1-18-2588,-16 13-34,-10 16-17,-14 12-34,-9 17-11,-8 14-11,-4 16-12,24-16 1,0 2 763,1 2 0,1 1-769,3 0 0,2-1 0,-10 24 569,13-10-546,12-11-1,11-11-5,12-11 16,12-15-16,9-12-11,8-14-285,-23 12 0,-2-1 307,14-13 53,-14 6 0,-3 1-14,-6 3 152,5-20-202,-27 38-6,-5 1 0,-13 19-11,4 21 0,2 5 22,-3 7-8,8 1 0,7-3-2,15-17 10,18 0-11,4-20 17,17-4-11,13-17 78,-27 2 0,2-4-79,1-5 1,1-5 3,-1-3 0,0-5 8,-10 3 0,0-4 0,-3 1-14,2-3 0,-1 0-3,1-8 0,-2-5 37,-4-6 1,-3-5 0,-2 6-21,-3 17 0,-2 0 22,5-17 0,0-8 1,-7 14 117,-13 16-73,-3 1-28,-9 17-61,4 12-1,-8 18 12,1 18-17,-8 22-11,13-18 0,1 3-12,1 18 1,3 3-159,3-5 0,3 1 153,1-2 0,4 0-1365,10 10 0,3-6 1214,5 1-76,-1-8 1,2-2-633,7-2-872,6 1-2906,-3-20 4665,-7-14 0,-9-9 0,-7-6 0</inkml:trace>
  <inkml:trace contextRef="#ctx0" brushRef="#br0" timeOffset="32224">9895 6763 22027,'51'-13'-247,"1"0"1,-1 3-1,0 3-551,7 11 1,-3 2-177,-16-2 0,-1 1 408,11 1 1,-3 0-57,5-3 927,4 1-109,-10-8 930,-10-9-84,-16-5 111,-7-7-570,-12 5 1138,-5-2-842,-6 6-498,0 1 504,-18 0-409,1 10 101,-29 11-437,20 4-45,7 2 1,1 4 4,-7 13-66,-4 9 16,12 8-22,16-10-5,10-5 55,15-10 34,8-12 39,20-6-100,-10-6 72,18-15 39,-15-6 57,4-9-96,-10 5 398,3-11-168,-17 20-342,2 4-90,-14 40-89,-5 5-2823,-3 10 0,-2 3 2991,-4 7 0,-1 7 0,7-34 0</inkml:trace>
  <inkml:trace contextRef="#ctx0" brushRef="#br0" timeOffset="35456">3785 9903 20201,'-59'-11'1344,"6"3"-761,33 14-196,1-2-147,1 4-111,12-4-28,3-2 229,6-2 158,9 0-208,17-3-140,21-4-96,-18 1 1,2 0-17,3-2 0,1 0-175,-2 0 0,0 0 169,-3 0 1,-1 2 5,23-6 11,-7 2-22,-7 3 6,-6 0-1,-3 0 12,-2-1 16,-2-2 0,-5 2 356,-6 0-428,-8 4-538,-5 2-3859,-3 2 4419,-1 2 0,0 1 0</inkml:trace>
  <inkml:trace contextRef="#ctx0" brushRef="#br0" timeOffset="38935">3750 9927 10858,'-5'0'7063,"1"0"-4895,4 0-1865,-55 2 245,65-1-436,-46 2 34,97-4-73,-2-1-51,-20-1 0,1 1-251,1-1 0,-2 0 246,-1 0 0,-1-1-6,-4 1 0,0-1-26,23-3 9,-10-1 6,-9 0 28,-8 2 123,-10 1 118,-9 1 379,-9 1-620,-13 2-1,-14 0 1,-18 2 6,-16 3-194,26-1 0,-2 1 174,-2 0 0,0 2 14,1-1 0,1 0 5,2 0 1,2 1 50,-22 4 11,15-2-72,17-3-6,10 0 27,15-1 29,13 0 11,20-1-56,22-4-20,-20-2 1,3-1-105,6-1 0,2-1 93,2-1 1,1-1-370,-1 2 0,-2-1 383,-5 1 1,-3 0 4,-7 2 1,-4 0 84,10-2 336,-21 3-353,-15 1-73,-15 0 0,-17 2 17,-20-1-25,15 2 0,-1 0 134,-6 0 0,-2 1-131,-1 1 0,-1 0-4,2 1 1,1 0 2,5-1 1,2 1-50,-17 2 776,23 0-715,20 0-6,11-1 34,20 0-23,13-4 0,22-7-25,-22 2 1,2-2-74,12-4 1,0 1-23,-16 2 0,0 0-589,11-1 1,-4 0 686,1 3 0,-11 1 0,-12 2 0</inkml:trace>
  <inkml:trace contextRef="#ctx0" brushRef="#br0" timeOffset="47560">5416 9644 21119,'8'-43'1112,"-1"0"0,1 0 0,2-12 0,-3 12-821,-5 24-16,-2 14-292,0 2-33,0 10 72,0 16-11,1 23-6,-1-12 1,0 2-37,1 7 1,-1 2-700,-3 4 0,-1 1 265,-1 3 0,-1 0-442,-2 2 0,-1-1-659,1-1 1,0-2-1877,2-4 0,1-3 3442,2-9 0,1-4 0,0 5 0,2-20 0</inkml:trace>
  <inkml:trace contextRef="#ctx0" brushRef="#br0" timeOffset="47843">5306 10105 9470,'1'-44'1845,"-1"1"1,1 0-1,0-19 1,1 2-875,0 10 1,0 2-1130,-1 0 1,1 1 708,-1 0 1,0 0-162,0 1 0,1 2-119,2 1 1,1 2 52,3 4 1,2 2-179,19-21-68,11 17-22,8 16-22,6 12-23,3 14-22,2 11-9,-30-1 1,-1 3-23,0 4 0,-2 3-37,-4 1 1,-4 3-40,3 31 102,-29 2 27,-7-30 0,-8-2 3,-17 7 0,-4-4-17,12-10 0,-1-1-187,-17 4 1,1-2-472,-4-3-2307,-1-2 2968,24-9 0,18-6 0,12-2 0</inkml:trace>
  <inkml:trace contextRef="#ctx0" brushRef="#br0" timeOffset="48276">6207 9534 24144,'-43'12'86,"1"1"0,2 0 0,8 6-75,10 31 6,9 12-12,7-21-16,10 10 6,5-25 44,6 2 56,0-10 515,0-11-391,-4-8 22,9-18-22,5-9 83,10-15 40,0-6-116,-17 20 1,-3-1 48,2-19-158,-5 6 68,-15 8-51,-4 14-38,-5-3-29,-1 9-78,4 6-107,3 5-95,4 5-240,1 9-1749,2 20-1707,7 7 3909,11 15 0,-6-27 0,3-4 0</inkml:trace>
  <inkml:trace contextRef="#ctx0" brushRef="#br0" timeOffset="48593">6742 9552 25830,'-38'-49'101,"9"17"-67,37 49 16,5 13-33,2-2-17,7 14-34,-2-7-111,11 19 38,-12-18-184,-2 20 207,-19-33-163,-13 17-156,-13-21-975,-24-1-857,4-12-2822,-4-15 5057,17-16 0,18 10 0,5-4 0</inkml:trace>
  <inkml:trace contextRef="#ctx0" brushRef="#br0" timeOffset="48750">6555 9566 21910,'-7'32'-747,"0"1"1,2 0-1,0-3-3757,3 6 4504,2 2 0,1-24 0,0-1 0</inkml:trace>
  <inkml:trace contextRef="#ctx0" brushRef="#br0" timeOffset="49077">7102 9612 21741,'14'-41'883,"0"1"1,0-1 0,5-18-1,-3 3-667,-7 16 0,-2 3-20,3-24 117,-4 19 1,-1 2-129,-1 3 342,1-24-253,-5 43-123,-2-2-112,0 15-134,-2 7 67,-2 12 28,-4 18-11,-3 21 2,7-19 1,1 2-156,2 3 0,2 1 116,4 0 1,3 0-99,3 0 1,2-2-169,4 0 1,1-1-172,1-3 1,1-1-200,-1-3 1,-1-1-1271,9 19-1749,-9-7-6128,-8-9 8274,-6-13 0,-2-9 0,0-8 0</inkml:trace>
  <inkml:trace contextRef="#ctx0" brushRef="#br0" timeOffset="49242">6984 9510 24229,'48'-21'0,"0"0"0,-1 0 0,-1 2 0,-1 1 0,-2 5-459,3 10 0,-3 4 459,2-1 0,-4 1 0,5 0 0,-11 0 0</inkml:trace>
  <inkml:trace contextRef="#ctx0" brushRef="#br0" timeOffset="62800">3810 12533 16336,'-17'-20'2067,"1"4"-1529,4 16-269,0 3 257,-5 4 219,-3 5-504,2-1 492,-15 11-307,8-7-33,-11 6-208,11-7 106,-3-1-174,13-6-16,2 0 56,14-4-67,5-2 61,16-2-50,5-3 5,14-2-56,-8 0 1,1-1-29,-3 1 1,0-1-18,16-4 1,-1 0 5,9-4-176,-24 7 1,1-1 186,17-5 14,-16 5 1,1 0-26,-1 0 1,0 1-7,2 0 1,-2 1-1,0 2-16,-9 3-22,-17 2-555,-5 3-370,-6 0 958,-13 6 0,10-5 0,-6 2 0</inkml:trace>
  <inkml:trace contextRef="#ctx0" brushRef="#br0" timeOffset="65551">5468 12074 18975,'3'-50'1613,"1"-1"0,-1 7 0,-3 6-1087,-5 15-246,-6 10-201,-2 7 61,-22 23-40,-3 11-66,-9 10-746,10 3 1,1 4 730,9-7 1,2 2-20,1-2 0,-1 2 0,2 0-6,0 11 1,5 0-81,6-5 1,4-1 43,9-6 0,7-2-20,6-6 1,5-4-23,21 11-28,-7-22 0,4-5-51,-3-5 1,2-4-101,21-5 0,3-5 41,-7-4 1,-1-5-332,-11 1 0,1-2 1,-2-3 347,10-13 1,-4-1 139,-9 7 1,-2-4 6,-5-3 0,0-5 0,-4 2 69,-1-6 0,-4 0 17,7-9 0,-3-2 112,-8-7 1,-5 4-12,-3-1 125,-3 1 1,-3 2-76,-4 16 87,0 2 0,-1 4 1054,0 11-1124,-1-4 352,2 22-414,0 14 1285,1 4-1335,-2 22 0,0 6-62,0 6-350,-1 8 0,-1 6 336,-1-6 1,-1 0 9,1-10 1,-2 2 0,1-1-10,-1-2 1,0 0-1,0-1-4,-4 13 1,-1-6 17,-5 9-6,6-21 134,5-20-62,4-10 124,12-28-167,8-12-27,-2 5 1,4-4 30,9-10 1,1 0-301,-8 11 1,0 2 274,10-11 1,-1 2 30,2 3-45,-2 4 664,-3 12-675,-12 18 0,5 10 0,-3 15-11,2 16 27,2 7-49,3 4-74,4-2 548,9-6-551,-10-22 1,1-2 53,12 4-34,19-6 56,-23-20 96,9-11-28,-5-15-1,-17 2 1,-2-2-6,7-14-3,-11 9 0,-2 0 71,-1-11-57,-2 2 180,-7-3-113,-12 27-50,-7-3 0,-11 22-56,-5 13 11,5 2-33,-11 27-6,16-8 33,-3 16-5,13-11-5,9-7 5,8-8 0,5-10 56,7-9-11,4-14-1,2-12 1,1-12-6,-3-9 85,-4 1 44,-9 4 16,-5 10-38,-4 10-96,-1 10-38,-2 4-35,-2 12 34,-3 9 1,-3 16-46,2 6 17,6 3 6,6-11-6,26 6 0,3-18 6,11 2 0,-5-14 0,19-16-1680,-18-12 1,1-3 1693,-6 7 0,-1-3-3,10-16 0,-4-5-219,-19 10 1,-2-1 235,5-9 0,0-3-6,-2-2 0,-2 0 9,0 0 0,-2 1 5,-2 3 0,-2 2 39,-4 7 1,-1 1 120,2-11-12,-10 18-78,-5 12-117,-6 12 3201,-6 14-3151,-7 19-28,-4 22-35,14-18 0,2 2 29,2 5 1,2 3-1,1 4 0,3 0-11,2 3 1,3-1-26,2-1 0,2-1-48,3-3 1,3-3-116,1-5 1,3-4-174,0-4 0,2-5-928,16 13-1074,-2-18-5434,-4-23 7814,-5-11 0,-9-1 0,-7 2 0</inkml:trace>
  <inkml:trace contextRef="#ctx0" brushRef="#br0" timeOffset="65767">7344 12056 16852,'-9'0'5707,"2"0"-5119,7 0 628,0 0-785,-11 12-213,40-8-151,7 8-109,14-13 0,5-5-6,-17 3 1,0 0-666,17-5 1,-1-1 121,-20 4 0,-2 0-1414,5-1 0,0 1 1239,15-1 0,-24 4 1,-17 2-1</inkml:trace>
  <inkml:trace contextRef="#ctx0" brushRef="#br0" timeOffset="66559">3729 14361 22363,'-46'9'605,"0"0"0,-5 3 0,9-1-460,21-3 102,-16 6-62,21-8-107,2 0 40,10-3 122,26-2-184,0-1 3,9-3 0,7-1-31,2-1 1,4-1-553,15-4 0,6-2 550,-8 1 0,4-1 0,-1 0-859,-8 1 1,0 1 0,-2-1 847,0 0 0,-2 1 0,1-1-6,-2 0 0,0 0 1,-6 1-5,20-4-78,-11 2 1,-5 2-142,-21 5-5196,-3 3 5612,-27 8 1,0-2 0,-1 1 0</inkml:trace>
  <inkml:trace contextRef="#ctx0" brushRef="#br0" timeOffset="68526">5814 13967 16605,'2'-8'2484,"7"-26"0,1-7-6542,-5 6 4220,5-4 1,-5 2 434,-19 17-479,1 18 939,-22 12-934,-7 17-76,12-5 1,-2 4-189,-4 5 0,0 2 155,-2 4 0,0 3-6,2 0 1,3 2-18,4 0 1,5 1-9,6-3 1,5-1-15,7-3 0,7-1-25,13-2 0,6-4 17,12 7 1165,1-19 1,2-5-1160,21-10 27,-21-5 0,2-4 12,-1-3 0,0-3 5,0-4 0,-2-3 3,-1-2 0,-1-1 11,-1-1 0,-2 0 6,-2 1 0,-2 0 75,14-18 1706,-13 10-1599,-13 10 218,-17 11-403,-5 9 632,-20 16-587,-6 10-48,8 3 1,1 1-21,-5 8-19,13-7 0,6-2 282,12-8-290,10 10-34,11-13 39,18-1 3,-7-12 0,2-4 25,-2-4 1,-1-2-4,2 0 0,-1-3 6,-2-5 0,-2-3 54,14-16-1,-18 12 1,-2-2 77,-5-4 1,-2-1 83,1-18-122,-10 4 94,-14 11-38,-7 11-57,-7-1-27,-4 8-18,-8 10-44,2 10-34,1 4-5,0 13-365,-1 21-318,9-2 122,1 6-1388,24-10-7383,25-4 9354,0-6 0,2-7 0,-15-16 0</inkml:trace>
  <inkml:trace contextRef="#ctx0" brushRef="#br0" timeOffset="69093">6507 14158 12791,'2'-6'7875,"0"2"-5528,-2 4-1076,26-66-756,-18 48-431,6-21 0,-1 11 191,-12 32-130,-1 8-94,0 3 61,-2 17 6,-9 15-90,4-14 0,-2 0-11,-7 23-12,-2 4-5,11-35 40,-1 12-12,5-22-12,1 1 192,3-14-96,5-12-62,1-2 62,16-27-34,-3 5-10,14-18-728,-5 8 733,-5 11 26,11-3-71,-19 22 68,14-5-85,-21 15 28,11 3-45,-8 8 720,6 5-719,-6 3 30,5 17 14,-9-4-28,1 15-11,-7-8 6,-3-6-23,0-10 90,0-8 50,0-8-100,2-20-23,3-4 44,1-12-16,20-15-16,1 14-1,-6 10 0,3 1 39,19-8 12,0 9-23,0 8-16,-11 7-1,18 7-33,-15 8 11,14 10-286,-16 13-817,-11 12-3813,-15-10 1,-3-1 3251,-1 10 0,-5-1 0,2-33 0</inkml:trace>
  <inkml:trace contextRef="#ctx0" brushRef="#br0" timeOffset="70285">7414 14315 20425,'22'-45'1493,"0"0"1,3-6 0,-2 7-766,-9 16-481,3-5-152,-11 23-73,-5 8 40,1 8 61,1 17-72,0 10-35,0 19-10,-3 2-17,0 0-6,-2-4 39,0-9 46,-1-13 16,1-13-28,-1-12-40,1-7 35,0-21-40,1 7 11,5-38-10,4 16 2,2 5 0,1 1 2,5-7 40,8-7-22,-7 24-6,1 2-6,0 8 1,0 8-34,5 4-1,4 7 18,5 7-12,1 10 18,-2 9-7,-4 5-22,-9 6 17,-8 0 0,-9-1 0,-9-5-11,-3-7 6,-1-10 21,2-8-16,4-10 6,4-5 33,11-21-22,7-4 5,15-19-10,9 0-12,-18 23 0,1 1 0,0 2 0,0 0 16,20-13-10,-7 12-23,-9 10 12,-7 11 16,-5 12-11,-4 11-34,1 20 6,-3-9-117,2 18-455,13 1 472,-9-19-203,26 6 247,-24-36-40,19-11 80,-9-11 44,5-12 0,-1-7-6,-4-3 56,0-4 130,-8 11 11,-4 12-124,-15 29-62,-5 7-10,-11 31 10,9-21-44,-3 35 39,11-35-5,3 15 5,10-22 0,-1-4-28,23 3 28,-5-10 5,13-4 18,-10-11 33,-7-8 190,-5-29-179,-11 17 53,-6-3 1,-3 0-93,-3 11 6,0-17-79,-1 27-230,1 1-413,2 6-1402,7 3 2090,9 4 0,-6-1 0,2 2 0</inkml:trace>
  <inkml:trace contextRef="#ctx0" brushRef="#br0" timeOffset="70901">9080 14055 20263,'1'-5'5595,"0"0"-4676,-1 5-830,-1 22-21,-5 4-40,-5 24 5,-7-3-22,-1-1-11,4-8-5,5-11 10,6-9 23,3-10-5,4-10 10,6-10 18,9-11-12,7-8 11,5-4 12,0 1-12,-1 5-10,-1 7-7,2 8-27,-10 8-1,4 5 12,-9 8-6,12 20-3,-4 5 1,1 2-14,5 4 118,13-38 1,13-12 0,-12-3-52,-10-7 91,5-7 0,6-6 0,-16 12-86,-24 20-3487,6 17 2093,2 37-2118,2 1 3445,1 8 0,-9-37 0,-2-12 0</inkml:trace>
  <inkml:trace contextRef="#ctx0" brushRef="#br0" timeOffset="71043">9868 13918 21937,'0'-5'3025,"0"1"-3770,0 4-5624,-6-26 6369,10 29 0,-9-27 0,10 34 0</inkml:trace>
  <inkml:trace contextRef="#ctx0" brushRef="#br0" timeOffset="71776">10331 13609 26166,'0'-40'784,"0"1"0,1-24-772,-2 68-24,1 4 7,-2 23 10,1 0-33,-2 13 0,-1 5-1748,-1-7 1,0 0 1677,0 9 0,-1 2-238,-2 1 0,-1 1-783,-1-1 1,-1 1-72,1-2 0,-1 0-929,-1 3 0,0-4-455,2-20 1,1-4 669,-4 8 1472,-4-17 3451,4-21 4771,-4-26-5152,4-11-1389,6 2 0,2-2-701,-2-10-93,2-7 273,4 18 941,2-2-1580,4 5 562,8 5-673,14 18 22,0 6-73,24 3-78,-16 4 0,1 1 0,24 0-107,-8 1 0,0 0-550,5-2 769,-23-1 0,0-3-23,24-10 219,-31-1 537,6-6-369,-24 9-140,-10 4-45,-8 11 467,-1 1-445,-3 27-145,9-14 0,4 26 11,14-20-17,4 0-39,25 4 33,-17-18-5,35 4 45,-14-28-22,0 2 49,-1-27 46,-20 3 67,5-14 95,-6 3 39,-5 8-4,-8 11-315,-6 14 0,-4 7 0,-3 15 0,-4 14 0,-5 25 0,1-12 0,0 2-1696,-3 13 0,-1 2 1696,2-8 0,-2 3 0,2-4 0,-2 4 0,-2 3 0,1-1-1329,0 1 0,-1 0 0,0 1 0,0 0 1329,-1 3 0,-1 1 0,1-1 0,1-3 0,-2 4 0,1-3 0,3-8 0,-4 13 0</inkml:trace>
  <inkml:trace contextRef="#ctx0" brushRef="#br0" timeOffset="72433">11342 14150 12422,'28'-51'1121,"1"0"0,-1 0 0,1 0 0,-4 5 0,0 1 0,-1 0 0,-2 3-585,-1-1 0,-2 2 0,-2 3 463,2-7 0,-3 4 178,2-14-981,-11 30 263,-4 13-229,-3 30 25,-2 1-188,-2 10 1,-1 6-32,-2 4 0,-2 3-528,0-1 1,-1 2 0,-1 2 494,-2 6 1,-3 2 0,0 2-20,2-10 1,-1 1 0,-1 1 0,0 0-67,-2 3 1,-1 1 0,0 0 0,0-1-115,0 1 0,0-1 0,0 1 0,0 0-314,0 4 0,0 1 1,1-1-1,2-5 138,0-2 1,3-4 0,0 1-1205,1 4 0,2 1 0,4-7 1433,6 18 1,0-17-1,3-18 1</inkml:trace>
  <inkml:trace contextRef="#ctx0" brushRef="#br0" timeOffset="72994">12553 13496 13614,'5'-9'7013,"-1"2"-5058,-4 7-208,0 0-1293,-9-16-331,-5 25 50,-14 15 1,-2 7-129,7 3 0,0 5-401,-2 1 0,-1 3 1,3 0 363,-4 9 1,3 0-4,1 0 1,1 0-113,3-3 1,2 1 103,5 2 1,3-3 2,4-16 0,4-2 2,3 5 1,6-5 3,14-3 16,10-2 96,15-16-73,-13-11 39,16-17 39,-18-10 6,4-14 0,-6-9-1,-7-2 40,-7 2 23,-4 5-18,-4 9-38,0 9 1045,0 7-1130,4 6 207,-4 8-252,3 2-5,-2 6 12,4 3-1,7 5-11,6 6-23,2 7 23,2 5-11,0 8-76,-14-5 1,-2 2-15,2 7-50,-2 17-387,-16-23-538,-4-1-1074,-4 5-1850,1-9-5420,6-12 8572,9-9 0,-1-6 0,1-1 0</inkml:trace>
  <inkml:trace contextRef="#ctx0" brushRef="#br0" timeOffset="73649">12993 14089 19871,'11'-49'1953,"-1"1"0,0 1 0,-3 8-1690,-7 18 78,1 2-257,2 14-33,1 1 27,20 3-55,4 2 16,29 13-34,-20-1 1,12 22-17,-25 1-17,0 15-39,-12 7 30,-14-23 1,-6 0 58,-17 23-5,-2-12 39,-9-18-6,20-22 118,-10 0-61,14-10-46,-1-15-66,11 2 16,6-11-17,10-1-27,25-14 24,-15 20 1,1 1-6,9-5 0,2 2-196,-2 6 1,-2 2 203,21-9 1,5 0 10,-20 8 12,4-2 101,-9 1-57,-17 9-10,-4 1 83,-12 8-16,0 1-101,-12 10-17,-1 5 11,-4 5 385,0 8-390,9-1-17,3 18 0,8-5-452,7 4 469,2-19 11,4-3 55,-1-12 63,2-6-62,-2-7 55,2-15 24,-3-7-1,3-14-45,-5-5 457,-3-1-467,-5 5 38,-7 4-95,-2 14-44,-3 7-23,-2 11-45,0 7-134,-11 13-297,4 5-532,0 14 268,9-10-1635,14 7-2184,9-8 4587,15 2 0,-13-13 0,2-4 0</inkml:trace>
  <inkml:trace contextRef="#ctx0" brushRef="#br0" timeOffset="73978">13878 14002 12657,'3'-5'9011,"-1"2"-3488,-2 3-5450,32-46-4274,-26 41 4212,24-33 837,-36 61-836,1 4-12,-1 22 0,3-14-17,9 0 0,4-2 11,1-6 18,16 17-24,5-27 68,11-19-44,2-7 55,0-25 3358,-23 3-3346,-2-13 38,-11-4-89,-2 2-5,-9-10-23,1 32-67,-5 3-51,5 18-498,0 5-174,5 6-778,4 7-6083,14 13 6803,-2-7 0,-2-2 0,-11-13 0</inkml:trace>
  <inkml:trace contextRef="#ctx0" brushRef="#br0" timeOffset="74460">14462 13967 27141,'-2'42'229,"0"14"-198,1-23 0,0 3-635,-1 4 0,0 1 618,-1 11 0,0 3-12,-1-10 0,-2 2 0,1-4-2,0-2 0,0-1 2,-3 19 1,0-6 387,-2-11-306,1-8 84,-2-26-157,7-17 17,-7-47-11,3 1-54,2 12 1,0-5 22,1-9 0,2 1-355,0 16 0,1-1 369,2-18 0,3 0 8,2 22 1,3 1 2,2-7 0,4-1 6,2 6 0,4 2 279,2 4 0,2 2-291,1 4 1,2 3-3,0 3 0,1 3-14,26-8 5,-21 18 1,-1 2-7,11 3 1,14 13 11,-19 22 0,-5 8 258,-9 5-253,-31-10 1,-8-2 6,-6-2 385,0-3 1,-6-4-395,-7-10 0,-5-5-43,-6-3 1,-3-2-243,-6 1 1,-2-3-828,-4-9 0,4-4-2737,-2-6 3846,7-10 0,42 17 0,3 1 0</inkml:trace>
  <inkml:trace contextRef="#ctx0" brushRef="#br0" timeOffset="74960">15246 13810 24318,'-3'-4'3008,"1"1"-2482,2 3-504,-17-31-5,13 37-11,-12-23 33,15 53-22,0 0-1716,1-2 0,2 0 1671,2 10 23,7 12-57,9-22-39,4-1-61,5 4-62,-7-10-78,-10-11-1210,-39-18 945,6-5 24,-28-13-336,21 0 0,1-2 27,-4-7-288,5 0 1,4-1-497,11-8 5093,2-7-2118,10 8 830,2 10 1483,1 8-2851,-1 11-106,-1 4-482,-4 20-135,-12 32-207,4-10-748,-4-1 1,-1 0-8955,-8 7 8048,1-4 1,6-13 0,11-20 0</inkml:trace>
  <inkml:trace contextRef="#ctx0" brushRef="#br0" timeOffset="78433">8180 9154 13961,'24'-46'951,"1"-1"1,-1 1-1,0 0 1,1 0-1,3-9 1,2 0 0,-5 5-1,-7 14-295,-6 9 335,-2 4-571,-8 30 95,-10 26 1,-7 11-365,1-1 0,-3 6-452,0-8 0,-2 6 0,-3 4 0,0 0 0,1-2 260,-3 6 0,0-1 1,0-1-1,-1 0-29,0 1 0,0-1 0,0 1 0,0 0-905,1 2 1,0 2-1,2-2 1,3-5 974,2 9 0,3-5 0,-4 1 0,2-4 0,9 3 0</inkml:trace>
  <inkml:trace contextRef="#ctx0" brushRef="#br0" timeOffset="91158">8804 9368 20610,'0'-41'1174,"-1"-1"0,1 4 1,0 10-929,0 22-246,0 3-11,3 5 56,11 11-34,12 13-67,12 16-17,-16-17 1,0 2-209,-1 3 1,-2 0 92,-2 0 1,-2 1-227,4 30 162,-16-7 190,-21-7 85,-19-11 105,-16-15 124,-4-12-11,11-18-34,19-14-39,24-15-61,25-9-68,-3 21 0,5 1-245,3-1 1,3 2 205,3 1 0,0 1-42,1 1 0,0 2-120,0 2 0,0 2-494,-1 1 1,1 1-1989,-1 1 1,0 2 2643,21-5 0,-20 7 0,-17 4 0</inkml:trace>
  <inkml:trace contextRef="#ctx0" brushRef="#br0" timeOffset="91568">9564 9349 23332,'2'25'823,"4"-5"-509,10-15-68,5-5-106,8-9-33,5-6 22,2-11 5,-2-4 12,-7-4 39,-10 2 17,-8 2-6,-11 6-45,-7 6-34,-17 7-94,5 6-23,-16 9 22,10 8 1,-6 12-29,5 11 12,7 7-62,7 17 28,8-17-90,11 20-506,10-19-206,12 10-659,13-7-1015,9-8-3657,8-12 6161,-5-12 0,-20-8 0,-13-5 0</inkml:trace>
  <inkml:trace contextRef="#ctx0" brushRef="#br0" timeOffset="92418">10202 9377 12545,'0'-4'7987,"0"1"-4722,0 3-3024,-51 12-96,38-4 119,-38 10-130,53-9 191,6-1-45,5-6-84,10-2-56,6-7 23,14-12-79,-14 2 89,7-15 12,-25 8-17,-1-6-28,-10 2 56,-12 1-123,-3 9-45,-2 5 17,-1 9-23,2 7 1,-8 9-7,-10 21 1,4 6-17,2 4-17,12 3 17,12-8-3386,17 17 3380,1-18 29,29 5-141,3-24 126,-13-10 1,2-2 10,3-3 1,1-5 2,2-4 1,0-5-6,10-9 0,0-6-379,-2-8 1,-1-4 367,-6 6 0,-4-1-4,-5-2 1,-4-2 5,-8 4 1,-3-4-978,6-16 0,-1-4 972,-4 12 0,-1-2 21,-2-5 0,1-5 0,-4 5 641,-4 8 0,-2 2-637,2-9 0,-1 2 221,-4-14-70,-6 36 597,-1 4-798,-1 20 3008,-4 21-2975,0 6 1233,-6 38-1244,2-15 0,0 2-326,3-9 1,-1 4 323,-3 8 0,-2 6 0,1-4-1531,2-2 1,0-1 1528,2-10 0,0 1 1,1-1 0,1 14 0,2-4-168,5-13 0,2-1 168,3 6 0,4-2-98,7-2 0,4-4 90,20 11 11,2-13 426,2-23-437,10-27 13,-23 5 1,1-3 646,7-11 0,-1-4-638,-3-3 0,-3-2-3,0-4 1,-2 0 41,-7 7 1,-2 0-29,2-3 1,-4-1 105,1-19-4,-3 4 275,-13 6-214,-9 22-101,0 9 39,0 7 1680,4 5-1819,0 2 445,2 9-401,1 8-17,2 5 0,9 15-11,9 3-22,0-8 0,2 1-12,-1-5 0,0 1-715,5 4 0,-1 0 508,3 7-890,-12 9-8700,-55 2 7373,15-13 0,-21-3 1,33-29-1</inkml:trace>
  <inkml:trace contextRef="#ctx0" brushRef="#br0" timeOffset="143786">3491 16285 23819,'-41'24'418,"-1"0"0,2-2 1,15-5-229,27-11 332,19 2-259,10-3-118,28 1-120,-21-9 1,2-2-821,9-2 1,2-1 503,9-5 0,3-2-920,-18 4 0,2-1 1,1 0 1210,7-2 0,1-1 0,-5 2 0,-4 1 0,-4 1 0,-3 0 0,1 0 0</inkml:trace>
  <inkml:trace contextRef="#ctx0" brushRef="#br0" timeOffset="144571">5107 16289 18952,'-4'-50'1437,"1"0"1,-1 7 0,2 10-979,1 20 107,1 20-107,2 17-218,-1 23-188,-1-14 0,0 3-860,-3 6 0,-1 2 723,-1 4 0,-1 1-258,-1 1 1,-2 2-1085,-1 9 1,0-3 658,3-19 0,0-1-1482,-1 9 0,0-5-2824,1-7 1847,2-6 2711,3-26 2172,10-39-419,-2 3 149,-1-2 1,0-3 1502,-1-25-1955,-3 21 1,-1-2-315,-3-5 0,-1 0-350,-2-4 1,-1-2-127,-1-3 1,-1-3-66,4 18 1,0-1 0,0 0-517,1-2 1,1 1 0,0-1 491,1 1 0,1 0 0,2 0-23,4-17 1,4 3-325,2 8 1,6 4 281,3 8 1,7 5-107,8 9 0,3 7-58,17 2-225,-16 20 0,-1 8-2258,8 29 2656,-19-5 0,-2 0 0,3 6 0,-11 2 0</inkml:trace>
  <inkml:trace contextRef="#ctx0" brushRef="#br0" timeOffset="145370">4991 16538 20851,'17'-49'-75,"-1"0"0,5 2 1,4 5-285,7 15 1,4 4-603,4-2 1,3 1-161,-6 3 1,2 1 0,-2 1-17,2-2 0,0 1 131,17-7 1,-1-1 341,-19 10 0,-2 0 532,8-4 1,0 0 521,-5 1 1,-3 0 1631,19-13 1283,-21 7-381,-17 9-988,-16 7-765,-11 6 642,-10 7-928,-14 13-655,9-1 94,-14 19 192,17-5-432,-3 11-56,10 1-3392,9 11 3359,8-18-12,9 9 0,7-22-5,9 2 11,5-11 16,5-9 23,-12-6 90,3-12 61,-18-6 3409,0-10-3419,-8-4 88,-8-9-156,-1 7-62,-1 4 28,3 10-44,5 9-51,4-2 17,18-2-68,8 2 23,6 2-112,13 0-40,-5 5 7,14-3-152,6 2 235,-16 6 79,-7 1 0,-20 10 95,-14 6 6,-9 11 10,-8 9 68,-11 20-134,9-19 5,2 8 0,16-24 6,8-1 22,21-1-44,4-8 16,13-5-11,-17-4 6,4-6 89,-14-2 123,1-5 242,-12-8-314,-7 5 145,-11-10 34,-7 6-57,-11-5 46,-13-2-241,10 10-3303,-17-3 3269,27 16-11,-8-3-50,18 7-174,2 4-190,8 6-790,9 8-113,2 0 1289,17 10 0,-20-16 0,8 4 0</inkml:trace>
  <inkml:trace contextRef="#ctx0" brushRef="#br0" timeOffset="145597">7016 15548 26654,'-16'-41'375,"0"0"0,2 0 0,0 15-252,5 30-95,-2 16-33,3 9-15,0 13 1,2 7-37,1-7 0,0 3-948,0 0 0,-1 4 0,1-2 727,0 3 0,1 2-1544,1 3 1,0 4 0,0-5 1457,2-5 0,-1-2 0,1 10 0,-1-5 0,2-14 0</inkml:trace>
  <inkml:trace contextRef="#ctx0" brushRef="#br0" timeOffset="146320">6766 16224 23839,'-42'-46'461,"1"0"0,4 4 1,9 5-473,15 8-29,14 8-218,30-7-89,15 10 30,-7 5 1,3 0-258,2 4 0,1 0-194,3 2 1,1 0-1092,-1 0 0,-3 1 1719,-10 1 0,-1 0 122,5-3 1,-5-1 437,-8 1 1403,11-9-501,-32 9-7,-1 0-469,-6 2 981,-5 5-1446,-7 10 1238,-7 10-1473,1 3 95,-7 20-202,15-20 22,-3 22-83,20-25 16,7 3 1,6-13-6,24-11 16,-8-9 1,16-9 22,-15-7 17,-11-1 78,-12-1 0,-11 1-61,-6 8 83,-19-5-89,-2 14 28,-15-2-11,1 15-62,9 4 23,-2 11-29,4 12 57,2 7-40,3 12-38,16-1-1,13 0-50,12-2 16,15-5-16,9-9-17,10-8 22,3-11 12,0-9 61,-4-10 0,-6-8-33,-4-9 61,-4-7 12,-4-6-1,-1-1 6,-2-2 22,2 2 1,0 2-6,0 7 11,-3 6-34,0 9-39,-2 7 17,1 7-17,1 12 1,0 12-18,-1 15-84,-2 13-151,-13-21 1,-1 3-1511,-1 3 1,-1 0 1071,-1-2 1,-1-2 0,1 10-1,-4-20 1</inkml:trace>
  <inkml:trace contextRef="#ctx0" brushRef="#br0" timeOffset="180487">1831 4966 17070,'-8'-9'1821,"2"2"-981,6 7-263,0 0-465,6 28-140,-1 9 0,-1 4-187,1-8 1,-2 1-85,-1 11 0,-1 5 1,-2-4-1046,-1-7 0,-2-2-2073,-2 18 1,-1-1 3416,3-17 0,-1-4 0,-1 8 0,2-20 0</inkml:trace>
  <inkml:trace contextRef="#ctx0" brushRef="#br0" timeOffset="180887">1940 4390 17200,'-53'-31'887,"1"0"0,-3 9 0,4 14-716,23 23 0,3 7-93,-2-1 0,1 6 47,3 9 0,-1 7 1,4-3-90,3-5 0,0 3 3,0 5 1,-2 7-1,0 2 1,4-4-800,3-4 0,4-3 0,-1 3 756,-4 16 0,1 4 1,2-3-22,5-12 1,2-3 0,2 0-49,4 18 0,3-5 14,-1-15 0,3-3-106,9 2 0,4-5 480,-1-13 1,5-5-409,17 2 1,4-6 97,-14-7 1,2-6 109,28-16 0,-3-11 253,-9-9-155,-5-5 0,-4-5 84,-21 9 0,-5-3-23,-3-3 1,-2-5-1,-3 1-559,-2-17 0,-5-1 341,-2 12 0,-3-3 0,-1 3-24,-2 5 0,-2 2 0,-2 1-35,-6-18 0,-2 4 665,5 12 1,-3 5-1159,-14 0 1,-5 8 495,5 18 0,-1 4 0,-23-14 0,15 22 0</inkml:trace>
  <inkml:trace contextRef="#ctx0" brushRef="#br0" timeOffset="182711">1724 5165 20123,'-21'-45'717,"0"0"0,2 4 0,5 6-398,14 17-112,1 3-84,0 6-72,2 4-6,-2 4 50,2 9 28,-2 9 0,1 14-44,-1 15-40,-2 9-11,1 5-11,1-1-6,8 4-11,-2-24 5,8 2 46,-7-28 274,0-2 123,-4-8-213,-2-14-34,0-23-133,-1 3 83,1-32-34,0 10-72,-2 19 0,2-2 28,0-3 0,1 0 62,2-16-63,0 10 46,-3 26-84,-2 15-34,1 2 16,-1 11 1,0 21-11,0-2-1,0 31-5,-2-9-168,1-17 1,0 1 167,-1-1 0,0 0-1640,0 1 1,1-2 1644,-1 9 18,1-6 117,1-28 84,0-5-101,0-16 150,3-15-223,-1-2 1,0-2-23,4-17 1484,-3 8 1,0-1-1457,1-16-20,-2 24 1,-1-1 86,2-25-43,-1 16-41,-1 21-16,-1 12-18,0 16-5,0 12-5,2 30 10,0 12 97,-1-26 1,0 0-156,1 6 0,1 1-3307,3 6 1,1 0 3359,0-4 0,0-2 0,0-2 0,0-5 0,1-6 0</inkml:trace>
  <inkml:trace contextRef="#ctx0" brushRef="#br0" timeOffset="185288">1428 7587 20593,'-12'-21'1843,"3"4"-1557,7 17-51,-1-1 123,-1-2-246,1 0-5,-1-2 78,3-4 5,0-13-134,6-8-39,5-15 16,10 3-10,7 3-6,-4 13-12,12 5 1,-13 14-6,10 5-17,-8 14 23,-1 10-6,-5 1 16,2 31-16,-14-20-17,-5 10 1,-5 4 21,-5-13 1,-2-1-149,-1 7 1,-2 2 139,-14 10 0,-2-2-352,7-17 1,-1-2 345,-10 14 1,0-3 5,10-15 0,1-4-8,-9 12-34,15-13 12,16-12-85,19-12-235,22-15 20,-9 1 0,2-2-406,10-6 0,1-2 243,6-4 1,-1-1 257,-8 5 0,-1-1-238,7-7 0,-1-2-412,-2-2 0,-1-2 115,0-1 1,0-3 178,-13 11 1,-1-1 0,-2 0 114,2-9 1,-5 0 170,-4 0 0,-5 0-152,-4 2 0,-4-1 350,-7 4 1,-6 0 95,-4 3 0,-7 1 106,-7 3 1,-6 4 218,-8 1 0,-4 4 263,-7 2 0,-4 4 70,-6 3 0,-3 6-669,19 4 1,-2 3 0,1 3 365,-3 2 1,-1 3 0,0 3-53,-1 2 0,0 4 1,0 1-287,0 4 0,0 2 1,1 2 175,1 2 0,1 2 1,2 2-93,3 1 1,1 3 0,3 2-14,4 1 0,3 1 0,2 4-50,4 9 0,3 4 0,3-3-206,-1 3 1,7-1 192,6-6 0,5 3 0,5-6 8,11-5 1,6-4-14,10 9 0,8-4-14,-8-17 1,5-4-1,3-3-394,17-1 1,5-4-1,-2-3 383,-16-3 1,-1-2-1,3-2-1,4-4 1,4-2-1,0-3 1,-4-1 124,0-5 1,-3-2-1,1-3-47,11-4 0,2-2 0,-1-3 46,-3-3 1,-1-3-1,-2-3-167,-3-2 0,-1-3 0,-4-2 266,-2-1 1,-3-3-1,-4-1-13,-2-1 1,-4-3 0,-4 0-73,-3 1 1,-5-2-1,-2 0-51,-4 1 0,-3 0 1,-3 0-24,-4 3 1,-4 0 0,-4 2-42,-7-2 1,-4 1 0,-2 4-38,-2 0 1,-6 7-183,-23-2 1,-9 15-1264,3 24 1,-3 11 1583,14-5 0,-1 1 0,3 1 1,-6 5-1,6 0 0,-12 9 0</inkml:trace>
  <inkml:trace contextRef="#ctx0" brushRef="#br0" timeOffset="188516">1455 9854 20895,'-10'-43'627,"1"1"1,0 6 0,3 5-393,7 7-129,6 6-61,9-4-39,15 4-34,-2 11 0,4 3 5,30 4 23,-30 1 0,0 3-28,25 15-16,-21 5 16,-1 10-17,-18 17 50,-25-3 12,-12 0-129,-1-23 0,-5-2 179,-20 12-23,19-15 1,-1-1 235,-23 9-145,21-14 134,6-8-85,19-13-44,4-10-117,3 1-12,16-11-50,2 14 16,5 1 23,7 7 6,-1 8 252,14 5-272,-14 2 0,0 2-17,-3 3 1,-1 1-15,18 13 11,-21 1-44,-24-4-51,-17 5-129,-17 7-249,-1-16 1,-4-1-200,3-5 0,-1-2 8,-1 1 0,0-4-1036,4-4 1,2-2 1733,-13-2 0,12-1 0,11-2 0</inkml:trace>
  <inkml:trace contextRef="#ctx0" brushRef="#br0" timeOffset="188883">1687 9454 16840,'-31'-41'1353,"0"-1"1,-5 7 0,-3 11-1049,-5 26 0,-2 11-734,7-4 1,-1 4 673,-4 9 0,-3 5 0,3 3-700,10-4 1,3 1-1,-1 3 505,-2 2 1,-2 3-1,0 1 1,4 1-548,-3 11 0,3 1 1,3 0 507,5-8 0,3-2 0,2 5 0,4 0 0,2 5 1,2 1-1,5-5 8,7 16 1,4-1-13,-5-12 1,1 1 0,9-4 12,15-4 1,9-4-1,3-7-687,12-5 0,3-6 672,-12-1 1,2 0-1,5-6-8,2-9 0,5-5 1,1-4-1,-3-1 10,4-2 1,-2-3 0,3-2 3,-10 3 0,3-2 0,2-1 0,-1-1 1,-3 0 3,3-5 0,-1-1 1,-2-2-1,-1 0 14,-2-2 1,-1-1-1,-1 0 1,-3-1-4,2 0 0,-4-1 0,-1-3 71,4-12 0,-4-6 0,-6 2-195,-8-1 0,-6-3 111,-1 5 0,-3-3 0,-7 3-41,-14-8 0,-11 5-56,-10 5 0,-10 8-28,-17 8 0,-5 10-11,6 7 0,-4 10-2335,6 9 0,-7 6 1,1 4-1,8-2 1948,-4 2 1,4 0 0,0 2 0,-3 2 0,14-5 0,14-4 0</inkml:trace>
  <inkml:trace contextRef="#ctx0" brushRef="#br0" timeOffset="194915">1679 16162 15720,'-4'0'3899,"0"0"-1967,4 0-1293,-46-79-1537,30 38 1013,-11-10 0,6-1 19,27 11 402,12 6-491,14 7 220,7 10-237,4 9-28,2 15 11,-1 12 668,0 15-701,-6 10-17,-11 8-17,-10 5 39,-16 0 34,-12-1 5,-12-5 28,-5-9 74,-1-11 83,3-13 6,5-12 11,5-19-180,7 2 40,5-15 0,13 5-72,-1 4-1,14 1 6,1 11-17,9 2-23,7 8-27,5 7-40,2 11-95,-5 9-3739,-13 19 3695,-16-13-410,-27 22 135,-23-19-889,9-16 0,-4-2 931,-4-2 0,-3-4-446,0-4 1,-1-4-1230,3-3 0,0-6 2137,4-7 0,3-2 0,-3 0 0,12-9 0</inkml:trace>
  <inkml:trace contextRef="#ctx0" brushRef="#br0" timeOffset="195266">1702 15582 17988,'-52'-17'1006,"0"-1"1,3 7-1,3 13-698,11 28 0,6 10-1187,5-9 1,3 1 926,-3 12 0,3 5 6,10-2 0,3 3 0,1-2-43,-1-1 0,3 3 12,3-4 1,1 10 0,2 2 0,0-2 0,2-9-19,2 4 1,5-1 27,4-2 1,6 8 0,2-4-1,0-11-2,2-15 0,5-7 8,8 3 0,5-1 0,1-7 53,6-7 1,3-7 41,-1-5 1,3-2-1,-2-4-5,-8-1 0,-2-2 0,0-4-1,5-6 1,-1-4 0,-6 0-37,-2-6 1,-6-3 32,-8 3 0,-1-3 0,-4-2 0,-2-6 0,-4-3 0,0-1-92,0-1 1,-1 0 0,-1-3-432,-2-7 0,-1-3 0,-3 3 420,-2 11 1,-2 3-1,-1 2-5,0-8 0,-3 4 8,-3 0 0,-4 6 601,-21-2-932,-6 25 1,-7 9-995,-3 13 1,-2 7-3617,-1 1 1,1 4 4870,6 5 1,6 0-1,10-4 1,10-7 0</inkml:trace>
  <inkml:trace contextRef="#ctx0" brushRef="#br0" timeOffset="196358">1673 10020 14958,'4'-61'1296,"0"0"0,0 0 0,-1 4 0,1 3 1,-1 12-754,1 11 314,2-8-134,-2 8 50,0 1-684,-2 16-16,-3 13 45,-6 17 5,-8 21-53,2-8 0,-1 4-556,-9 19 1,-1 5 510,3-4 0,1 1-23,6-11 0,0 1 0,2-3-5,2 1 0,3-3-8,4 2 0,5-3 17,12 7 5,11 0 179,24-25-106,-11-16 6,-6-13 0,1-5 5,-6-4 0,-1-3 37,15-15 0,0-2-211,-13 11 0,-1-1 213,13-19 1,-4 0-1296,-4-2 1206,-13 20 0,-2 0 1065,1-9-965,-11 19 1,-1 3-163,-5 12 259,-5 17-248,-2 3-5,-9 26 22,-4 8 648,7-15 1,-1 3-705,-1 11 0,1 1-379,3-8 0,2 1 183,2 5 0,0-2-162,4 10-1031,5 3-1417,1-17-6980,1 6 8321,-1-20 1,-3-9 0,-1-17 0</inkml:trace>
  <inkml:trace contextRef="#ctx0" brushRef="#br0" timeOffset="196791">1766 9769 21881,'-29'-39'470,"1"1"1,2 0 0,7 15-454,16 24 134,3 21 6,0 11-28,0 28-113,-1-25 1,1 1-965,-1 6 1,0-1 966,0-7 1,0 0 42,-2 22 0,1-2-46,0-6-2,0-6 0,2-3 709,6-19-437,6-5 201,4-16-151,19-20-101,13-21-89,-6 3 0,3-4-502,-5 4 1,0-1 489,5-6 1,-3 1 2,-15 12 0,-4 3 930,7-9-631,-14 8-301,-11 22-124,-2 0 11,-11 27-16,-5 13 13,1-3 1,-1 3-1,-2 5 1,1 3-496,-2 4 1,1 2 371,1 4 1,2 2-589,1 2 0,2 2 692,1 6 0,2-2 0,3-25 0,0-3 0,-1 27 0</inkml:trace>
  <inkml:trace contextRef="#ctx0" brushRef="#br0" timeOffset="199650">1856 12501 16425,'-44'-36'515,"0"0"0,5 3 0,6 8 2205,15 15-2535,3 5 951,1 3-1125,-1 10 619,-2 5-625,-4 10 2137,-6 6-2142,-1 3 28,1-3 23,5-7-6,8-8 50,4-8 22,5-3-5,1-3 85,-1 0-163,1 1 38,-2 5 12,1 7 12,-4 15-68,3-6-6,0 12 6,5-14 0,3 4-11,2-6 28,0-4 5,1-4-22,0-5 17,0-2 0,0-2 67,2-2-12,3-6-4,4-6-29,3-6-22,0-2-6,1 2-6,1 4-21,2 6-7,2 4 1,9 12-23,-2 7 6,-1 6-17,-4 12-28,-12 4-51,-2 15-55,-15 9-3,-8-21 0,-5-1-401,-1-4 1,-2-3 441,-2 0 1,-2-3-238,-2-5 0,-1-4-804,-15 2-997,-9-4-2269,10-18 4431,14-20 0,13 7 0,9-4 0</inkml:trace>
  <inkml:trace contextRef="#ctx0" brushRef="#br0" timeOffset="200034">1556 12326 18575,'-25'-52'1092,"-1"1"0,7 7 0,-2 9-476,-22 18-162,1 18-96,-15 20-207,19 9 1,0 8-110,3 5 0,2 6-921,5-3 0,1 4 1,2-1 878,7-10 0,2-1 0,1 2-330,-4 14 0,2 4 0,2-2 317,5-10 0,2-1 0,2 3-27,0 14 1,4 3 0,3-4-474,4-13 0,4-3 0,2-2 496,5 14 1,8-7-18,14-18 0,6-9-237,-1-11 1,3-6 261,13-2 1,4-5 10,-20-3 0,0-4 0,1-3 31,7-9 1,0-4 0,-2-2-276,-8 0 1,-1-2 0,-2 0 263,-1-1 0,-1-1 1,-4-2 27,-4-3 1,-2-3-1,-4-1-176,0-8 1,-3-1 0,-2 0 143,-1 9 1,-1 0 0,-1-3 363,2-16 0,-2-5 0,-6 3-358,-9 10 1,-3 2-1,-1 2-10,0-14 0,-4 2-1,-5 12 0,-4 0 0,-5 9 77,-9 10 0,-6 8-107,-13-2 0,-5 9-121,4 14 0,-2 6 0,2 3-33,-4-1 0,1 7-644,12 2 0,-5 6 0,3 1 0,7-2-578,2 2 0,4 1 1393,-3 3 0,-2 4 0,7-6 0,3 2 0,3 0 0</inkml:trace>
  <inkml:trace contextRef="#ctx0" brushRef="#br0" timeOffset="200601">1989 14142 23943,'-60'-2'403,"0"0"0,3 4 0,7 10-342,22 15 1,5 7-1882,-3 4 1,3 1 1830,4-7 0,1 2 9,-1 12 0,1 1-336,4 3 0,2-1 313,1-9 0,2 0 346,1 16 1,6-4-428,15-12 56,14 7 50,16-36 23,8-21 16,3-17 1,-28 6 0,-2-3 28,9-16 78,-18 8 0,-4 0-39,-5 0 1817,-15-30-1862,-14 37 1731,-18-3-1753,-7 19-29,-3 16 155,10 2-233,12 7 0,2 2-33,1 3-536,3 11 1,3 1-115,10-4-2012,4 30 226,14-39 2514,20 6 0,-17-18 0,10-1 0</inkml:trace>
  <inkml:trace contextRef="#ctx0" brushRef="#br0" timeOffset="200950">2091 14088 18742,'-29'-42'877,"-1"1"0,1 0 0,0 3 0,-1 3 0,-1 7-533,-8 10 1,-2 9-536,-3 1 1,-1 7 366,-2 6 1,-1 7-48,-10 13 0,2 5-113,17-6 1,1 3-341,3 4 0,0 5 1,4 0 348,0 10 0,3 5-35,8-10 0,1 5 0,-1 1 1,3-3 7,1-1 0,1-2 0,2 3-11,2 2 1,0 4-1,3-1 1,4-4-28,7 13 1,7-4 13,-1-11 0,3 0 0,4-4-5,17 10 0,8-8 25,8-10 1,5-9 8,-12-11 1,1-5 0,1-4 1,4-3 1,0-4 0,0-3 18,1-3 1,-1-2-1,-1-3 17,-1-3 0,-1-2 0,-2-4 24,-3-1 1,-2-2 0,-3-3 29,-2-1 0,-3-2 1,-2-2 6,-3-1 1,-2-2 0,-4-1-33,-2-1 1,-3-1 0,-2 0-49,-3 0 1,-3-1 0,-3 1-15,-5-21 0,-7 2-58,-8 4 0,-8 6-225,-10 8 1,-9 7-836,-10 10 1,-5 10 1109,1 8 0,2 6 0,15 2 0,4 2 0,-9 7 0</inkml:trace>
  <inkml:trace contextRef="#ctx0" brushRef="#br0" timeOffset="206940">3291 16567 13340,'19'-51'2055,"0"-1"1,-1 6 0,-4 6-852,-8 9-202,1-1-189,2-6-96,0 6-113,0 7-172,-4 10-141,-3 7-134,-1 6-124,-1 3 130,-1 7-7,-2 10-10,-3 18-51,-7 19-44,4-19 0,-1 2-547,-3 6 0,-1 1 513,-2 4 0,-1 1-12,0 0 1,-2 1 19,2 0 1,-1-1 18,2 0 1,0-1-42,2-3 0,3 0-327,1-2 0,2 0 335,3-3 0,2-1-192,2-1 0,3 0 181,3-2 0,2-1-12,2-2 1,3-1 19,4-4 1,3-3 25,29 15-29,-19-26 1,3-4 10,5-3 1,1-3-23,3-5 1,2-3-32,3-2 1,0-3-522,1-3 1,1-3-572,-1-1 1,1-3 1128,2-3 0,-4 1 0,6-3 0,-9 1 0</inkml:trace>
  <inkml:trace contextRef="#ctx0" brushRef="#br0" timeOffset="-207847.73">3556 17446 7397,'-5'1'7388,"0"-1"-3092,5 0-3456,-29 4-4414,22-3 3865,-22 3 1162,29-4-1206,0 0-197,6 0-16,0 0 61,29 0-67,-11 0 0,12 0 0,4-1-6,13-1-462,-13 1 0,-2-1 451,11-1 2208,13-4-2219,-33 3 28,24-4 6,-34 4 128,2 2 74,-15 1 1146,-10 1-1376,-9 0-12,-17 2-5,-15 4 6,-14 3 421,26-2 1,0-1-398,0 0 1,0 0-8,-16 3 10,-5 0 17,27-5 40,-5 1 44,16-4-56,10 0 0,2-1-72,4 0 16,7-1-17,9-3 23,17-4 0,14-2 5,10-1-11,1 1-11,-4 1 17,-10 4-11,-10 0-1,-12 4 18,-12 0 33,-7 1 33,-13 1-66,-9 2 10,-16 2 23,-7 1-22,0 1-23,12-3-39,7 0-269,15-1-1159,2 1 1456,14-1 0,-5-1 0,6 0 0</inkml:trace>
  <inkml:trace contextRef="#ctx0" brushRef="#br0" timeOffset="-204160.73">5576 17155 20005,'1'-48'1159,"1"0"1,0 1-1,2-19 1,-6 15-550,-11 29-240,-2 10-179,-8 4-147,4 12 29,-3 9-495,-1 23 0,-3 17 0,2-2 414,0 2 0,1 3-480,2-6 0,-3 6 0,0 2 0,4-5 392,4-1 1,4-3 0,1 1-206,1 1 0,1 0 1,1 0-783,2 0 0,1-1 0,0 0 185,2-1 0,0 0 0,0-2 117,-2 18 1,0-4 926,-2-11 0,-2-4 1008,-15 12 380,-6-35-855,-9-50-275,13-2 217,11-7 1,6-4-521,9 5 0,4-1-65,5-10 1,4-2-46,8-2 1,5 1 162,6 1 0,5 2-199,5 1 1,2 3-29,3 2 0,1 4-17,-1 3 1,0 2 19,-1 4 0,-2 1 42,-3 4 0,-2 0 57,-4 4 1,-3 1 3,20-12 2851,-17 5-2621,-14 5 736,-12 4-591,-6 3 998,-1 3-1042,-2 4 209,0 2-534,-1 2-5,-1 12-23,-1 7 11,-4 14-5,0 4-78,1 3-298,2-1-812,3 0-2005,1-6 3176,0-4 0,0-14 0,0-5 0</inkml:trace>
  <inkml:trace contextRef="#ctx0" brushRef="#br0" timeOffset="-203985.73">6004 17008 23870,'-13'-25'-5338,"8"22"3922,17 33 1,-5-11 0,-4-11 0</inkml:trace>
  <inkml:trace contextRef="#ctx0" brushRef="#br0" timeOffset="-203260.73">6162 17313 21483,'0'-5'4247,"1"1"-3637,-1 4-588,4 3 18,-3 19-24,3-2 12,-5 23 0,0-11 12,-3 3-29,0-8 78,1-10 23,0-9 129,3-9-112,4-13 67,21-34-106,2 5-444,-9 15 1,0 2 364,8-7-22,-2 8-12,0 6-38,8 1-68,2 10-347,9 15 213,-12 1-465,12 15-1261,-3 6 875,-5-5-1950,19 6-2202,2-16 3430,5-4 2062,-2-6 670,-3-13 1698,-16-7 593,5-11 219,-5-15-1927,-15 2-942,-7 1 275,-11 7 1,-8 8-589,-6 6-129,-12 12 23,-16 24-62,0 5-3,7-1 0,0 4-737,-1 4 0,2 0 686,4-5 1,1 0 22,-2 10 0,8-1-109,17-6 56,5 2 5,25-19 40,25-24-14,-25 2 0,1-2 22,9-9 0,-1-5-802,-6-2 1,-3-4 820,0-4 1,-4-2 0,-5 7 0,-2-2 390,2-12 1,-3-1-350,-4 5 1,0-2 6,-2 1 1,2-2-1,-2 2 89,3-8 0,-2 2 22,1-1 1,-3 4-26,-3 7 18,-5 13-197,-4 20 0,-3 3 1755,-2 17-1755,-7 19 0,2 5 0,-1 10 0,0 4 0,5-22 0,0 3-331,-4 20 0,-1 9 1,1-2-407,1 2 1,2 1-1176,0-3 0,2 3 0,1-3 1440,5 5 1,2-7 0,-1-18-1,1-6 1,7 2 0</inkml:trace>
  <inkml:trace contextRef="#ctx0" brushRef="#br0" timeOffset="-202201.73">8435 17253 24363,'13'-43'752,"0"0"1,-2 5-1,-2 9-545,-5 19-173,-2 8 11,-2 11 22,0 12-11,-2 17-17,-5 18-45,1-22 1,-2 2-1,-2 4 1,-2-1-228,-1 1 0,0 0 233,0-3 0,1-2 17,-9 22-28,6-18 55,8-19-38,6-17-6,10-23 28,11-16-14,-6 8 0,2-2-323,4-7 0,-1-1 342,2-5 1,0 0-6,0-2 0,-1 0 8,0 4 1,-1 0 2,-2 7 0,0 2 403,11-16-402,-5 18-29,-5 12-11,-1 11 11,3 9 0,4 10 681,2 13-697,-2 12 16,-8 16-23,-10-22 1,-3 2-188,-3 3 1,-3 0 201,-2 0 0,-1-2-20,-6 17-11,-6-2 17,11-30 11,-1 0 50,13-21-27,7-14 5,13-15-17,8-16-17,-14 20 1,1-1 94,0-1 0,-1 1-56,18-21-21,-4 13 10,-7 16-16,-6 11 16,-4 12-33,-2 9 11,2 10 22,1 8 203,1 8-203,4 3-22,2-1-28,7-6 17,5-8 17,5-12 5,2-10-34,1-13 18,-4-11 33,-4-14-11,-6-11 27,-7-5 63,-5-4-34,-8 3 22,-5 6 39,-3 10-11,-4 14-83,0 11-74,-6 10 40,-5 12-1,-8 13-22,-13 28 17,9-13-22,9-8 0,2 0-18,4 9-32,3 7-29,13-8-134,11-10-499,11-8-817,8-8-3132,5-6 4683,-3-4 0,-15-3 0,-10-1 0</inkml:trace>
  <inkml:trace contextRef="#ctx0" brushRef="#br0" timeOffset="-201567.73">10014 17109 19476,'10'-50'878,"-1"0"1,0 0-1,-1 5 1,1 0-1,-2 6-71,7-21 596,-4 15-927,-3 16 136,-3 12-444,-2 9 48,-2 5 92,0 3 78,-1 5-380,0 5-34,-1 1-101,-1 7-482,0-3-1343,0 8-6823,0 3 7929,0 0 0,1-10 0,1-6 0</inkml:trace>
  <inkml:trace contextRef="#ctx0" brushRef="#br0" timeOffset="-200727.73">10040 17095 23959,'13'-46'956,"1"0"0,-1 2 0,-2 8-721,-5 19 247,-1 4-426,-4 11-22,-1 2-23,-1 6 50,-7 22-44,0-3-28,-5 10 0,0 2 16,-2 1 9,1-2 0,-1 1-2,-3 8-35,-4 11 40,10-22 89,2-4-55,8-23 128,1-1 17,1-9-101,3-16-72,0 2 49,8-33-60,-4 23-1,9-29 106,6 6-105,-5 8-1,15-10-73,-2 26 12,4 3 50,-2 9 22,0 13-5,7 17-45,-8-2 31,-4 11 0,-2 3 8,-4 4-6,-2 0 1,-1 3-28,4 13-4,-8-18 1,1 0 5,2 1 1,1-2-3,18 12 33,-7-11-17,-6-19 34,-4-18 17,12-24-6,4-11-31,-12 8 1,-2-2-29,-1-1 1,-2-1-1675,2-6 1,-1 0 1701,-4 7 1,0 0 15,1-2 0,0-3 1,-1 4-78,-3 8 1,-1 0 80,10-29 0,-2 2-21,-9 9-7,1-7 0,-12 34 0,-1 12 0,-1 6 0,-2 9 0,-6 15 0,-7 20 0,1 3 0,1 8 0,0 2 0,8-22 0,0 1 0,-2 11 0,-1 6 0,2 0-442,3-2 0,1 1 1,2-1 144,-1 0 0,1 1 0,2-1 62,0-1 0,0-1 0,4-2-1905,9 19 1,3-7-567,3-3 2706,-1-8 0,-1-4 0,-7-20 0,2 6 0</inkml:trace>
  <inkml:trace contextRef="#ctx0" brushRef="#br0" timeOffset="-200268.73">10846 17491 15603,'-11'-50'1756,"0"-1"0,0 1 1,1 4-1,0 2 1,1 5-664,-6-18-354,3 14-330,6 11-230,9 6-134,12 2-34,18 2-34,19 1-242,-1 6 181,-13 6 0,4 1-456,5 1 0,1 2 498,0-2 0,1 1 31,-3 1 0,-2 1 2,-3-2 1,-5 1 86,0 0 57,3-2-7,-28 5 7,-19 4 281,-12 5-260,-3 2 942,-17 10-824,0 9-195,2 4-57,4 11-16,20-5 16,13 2-27,7-10-1,24 5 51,3-19-51,7 2 73,7-17 40,-20-11 22,6-11 39,-17-11-17,-8-8-11,-13-9-51,-7-5-769,-10 0 680,5 13-160,-6 3 160,14 24 0,-5 0 0,9 14-191,1 10-700,2 9-641,8 12-7558,7 7 8361,5-6 1,-4-12-1,-5-10 1</inkml:trace>
  <inkml:trace contextRef="#ctx0" brushRef="#br0" timeOffset="-199967.73">11740 16871 28671,'8'-47'-46,"11"25"26,-1 42 1,2 14-847,4 0 0,-1 2 678,1 3 1,0 1-7,-2 0 1,0 1 219,-4-4 1,-2-2-49,4 21 435,-16-22-267,-17-19 39,-10-23 11,0-15 807,7-20-852,11-11-61,17-6-91,-1 29 0,4 2-24,4 0 0,3 3-54,2 3 1,4 4-936,8 3 1,0 4-1474,16-1 1826,-18 11 0,-5 2 1,-10 1-1,-1 2 1</inkml:trace>
  <inkml:trace contextRef="#ctx0" brushRef="#br0" timeOffset="-199150.73">3281 17617 19160,'12'-56'1758,"0"1"1,-2 6-1,-1 6-918,-1 10-481,-4 16-241,-3 12 0,-1 19 55,-6 20-100,-1-2 0,-1 5-786,-6 13 1,-3 6 727,3-11 0,-1 2 0,0 1-571,-2 6 1,-1 2-1,1 0 524,1 0 0,1 2 1,1-2 14,3-2 0,2-1 1,3-2 10,6-6 0,4-2 1,1-2 21,3 4 1,8-5-460,28 4 1,10-9 428,-6-15 0,4-5 23,0-1 0,5 0 1,-3-4-24,6-2 0,3-5-222,-14-3 1,5-3 0,1-1-1,-4 0-1392,3-2 0,-2 0 0,1-2 1374,-2 1 0,3 0 0,-2-1 0,-6 1 0,9-3 0,-8 0 0,9-2 1</inkml:trace>
  <inkml:trace contextRef="#ctx0" brushRef="#br0" timeOffset="-198627.73">6017 18177 23349,'-20'46'778,"19"-12"-767,31-35 1,10-9-91,18 0-1261,-4-3 0,3-1 1006,-16 4 1,1 2-250,8-1 1,0 0-523,-6 4 1,-4 2-5712,18 5 6816,-25 4 0,-20 0 0,-10-1 0</inkml:trace>
  <inkml:trace contextRef="#ctx0" brushRef="#br0" timeOffset="-198343.73">6291 18262 25707,'-16'-12'-17,"14"13"34,34 31-45,5 11-28,-2 7 34,-9 4-396,-13 0 334,-23 0 39,-21-1 45,8-29 0,-3-2 0,-2-1 0,-2-3 0,1-2 0,-1-2-79,-23 9-558,5-7-1362,12-6-2281,17-13 4280,32-20 0,-7 9 0,15-8 0</inkml:trace>
  <inkml:trace contextRef="#ctx0" brushRef="#br0" timeOffset="-197951.73">6996 18321 23999,'-47'7'690,"0"0"1,5-1 0,5 2-540,6 5-83,7 6-68,8 7-17,5 8 11,6 6 17,10 0 6,8-2-22,11-8-12,10-9-17,1-12 73,1-10 45,-3-11 17,-4-12 67,-4-8 62,-6-6 5,-8-2-33,-9 3 5,-11 2-62,-7 5-111,-9 8 5,-5 8 28,-2 8-50,0 8-78,6 5-107,8 5-269,7 6-734,6 4-1500,13 5-4807,10-1 6630,8-4 0,-8-10 0,-6-6 0</inkml:trace>
  <inkml:trace contextRef="#ctx0" brushRef="#br0" timeOffset="-197501.73">7369 18168 26441,'-34'-16'134,"-1"1"1,-20 2-113,51 60 0,6 12-22,0-25 0,2 1-377,2 1 1,-1 2 359,1-2 0,0 2-1508,0 4 0,-2-2 1525,1 13-203,-3 8 309,-6-42-33,-1 1 117,-5-17 348,1-10-398,-1-6 3290,4-13-3234,3-6 336,11-7-459,8-2-17,14-2-67,8 5 0,5 8 11,6 11 28,-19 10-17,3 14-22,-18 6 16,3 10-22,-7 3 12,-12 12-1,-6-9-44,-21 13-34,-12-11-6,13-11 1,-2-2-77,-1-1 1,0-2-1162,-27 7-1026,23-12 309,11-7 2044,26-13 0,-2 6 0,4-4 0</inkml:trace>
  <inkml:trace contextRef="#ctx0" brushRef="#br0" timeOffset="-197001.73">8020 18293 26497,'-42'-18'222,"1"0"0,1 2 0,12 9-132,23 20-57,0 2 40,-1 14 34,2 2-40,0 17-95,5-7 0,7 3 45,3-20-1,9 2 1,3-9 0,16 4-34,-7-9 17,1-1-89,-19-7-85,-6 1-957,-15 6 318,-3-3-3556,-32 7-962,5-11 1975,-8-2-2177,11-14 4541,19-20 992,3 4 3383,19-30-935,1 30 4189,13-29-5164,-11 33 857,4-13 23,-9 16-1345,-1 4-353,-3 6-419,-3 10-180,-1 3-3348,-14 20 3281,4-4-409,-9 11 1,-4 4-1914,3-6 0,0 1 2333,-9 9 0,2-1 0,-6 6 0,15-17 0</inkml:trace>
  <inkml:trace contextRef="#ctx0" brushRef="#br0" timeOffset="-190376.73">2078 17364 14471,'1'-6'5837,"0"2"-3530,-1 4-1707,14-61-264,-11 46-219,7-44-89,-20 69-11,-14 12 0,0 0 0,-3 0-1,-13 12 1,6-9 0,-2-1-279,-13 5 301,18-13 0,0-1 101,-22 8 67,10-11 17,14-8-22,13-9-29,8-3-27,6-4-34,1 2-22,1 3 267,0 3-346,1 2 12,1 1-29,4 0-16,3 4 27,1 3 23,0 9 23,-2 11 11,-2 11-12,-11 8-27,-6 5-6,-8 0 44,-1-6-50,2-8-61,6-11 84,4-10 117,5-8-11,2-5-51,3-10-33,9-11-33,-2 1 5,17-21-28,-12 21-11,18-14-34,-5 14 90,18-2-29,-12 7-10,14 3-62,-15 8-17,5 3-61,-8 7-96,-12 10-174,-13 12-363,-17 12-734,-16 8-200,9-22 1,-4 0-1904,-2 0 0,0-1 3604,2-3 0,2-3 0,-7 6 0,13-14 0</inkml:trace>
  <inkml:trace contextRef="#ctx0" brushRef="#br0" timeOffset="-189951.73">1881 17114 22319,'-16'-52'625,"0"0"0,-2 1 1,-3 13-481,-12 26-61,-21 15-62,7 18 1,-3 10-2828,2 5 0,2 4 2814,13-12 0,1 2 1,1 2-7,1 7 1,3 2 0,2 0 124,-2 14 0,4 2-141,5-11 0,1 4 0,3-1-6,2-1 0,3 0 1,3 0-24,3-5 1,3 0 0,5 0-8,6-1 1,6 0 0,1-5 42,2 1 1,4-5 283,21 2 0,6-8-253,-11-17 1,4-6-8,2-5 1,3-2 0,-1-3 27,-5-1 1,-1-3 0,0-1-271,6-6 1,0-2-1,-4-1 280,-1-3 0,-5-2 126,1-7 0,-5-4 860,-13 7 0,-4-3-905,1-7 0,-4-2 379,-6 1 0,-5-1-466,-10-8 1,-5 1-40,4 15 0,-2 2-8,-10-10 0,-4 4-93,-13 6-300,5 18 1,-3 7-451,3 9 0,0 7-2112,-9 8 1,1 5 2951,10 1 0,3 0 0,-9 10 0,17-15 0</inkml:trace>
  <inkml:trace contextRef="#ctx0" brushRef="#br0" timeOffset="-188823.73">2350 18176 23142,'-53'-13'325,"6"15"-303,19 43-89,3 7 0,5 6-965,6-4 948,7-4 28,11-11-17,8-11 395,9-12-282,6-8 130,2-10-86,0-8 39,-4-8 73,-4-7 590,-8 0-450,-5 1-28,-8 5-107,-9 5-61,-8 6-45,-9 3-89,-6 9-12,-1 3-10,1 7-57,6 1-151,9 0-420,8 3-902,4-2-2073,9-1 3619,8-6 0,-5-5 0,4-3 0</inkml:trace>
  <inkml:trace contextRef="#ctx0" brushRef="#br0" timeOffset="-188448.73">2589 17962 15020,'-6'-5'2739,"-24"-11"0,-9 0-1692,-6 9-1443,-5-4 1,-3 4 647,18 13 0,2 5-129,-1 3 0,0 5-5,1 2 0,2 3-121,0 6 0,2 3-36,1 5 0,1 3-401,1 5 1,2 2 391,2 3 1,2 1-4,4-1 1,3-1-82,4-5 1,6-1 63,5-8 1,7-2-39,22 15 33,24-21 67,-20-21 1,3-5 65,4-6 0,1-5 18,4-4 1,-1-5 38,1-4 1,-1-4 36,-3-3 0,-2-2 56,-5-2 0,-4-1 33,-4-1 1,-4-1-45,-6 0 0,-4-2-152,-4 2 1,-4-1 14,-7 1 0,-4 0 419,-5 2 1,-3 3-521,-6 2 0,-3 3-205,-4 6 0,-2 4-1262,-31-4-6185,-1 21 7691,10 7 0,20 1 0,15-3 0</inkml:trace>
  <inkml:trace contextRef="#ctx0" brushRef="#br0" timeOffset="-186990.73">1360 12630 16315,'-44'-12'1133,"0"0"0,1 0 1,8 1 903,21 3-1461,2-5 76,15-8-411,18-7-57,22-9-1583,-1 12 1,4 2 1423,-13 6 0,1 2 11,19-4 1,0 4 189,-19 9 0,-1 5-195,6 1 0,-1 5 0,-5 3 0,-3 5-92,-5 6 1,-3 5 82,-4 3 1,-5 4 8,-2 4 0,-5 3-20,-5 4 0,-4 1-17,-3 3 1,-4 2-349,-2 1 1,-3 0 249,0 0 1,-1-1-163,1-5 0,1 0 1180,3-6 0,1-2-2913,-1 22-1743,6-15 3742,6-9 0,-1-17 0,2-6 0</inkml:trace>
  <inkml:trace contextRef="#ctx0" brushRef="#br0" timeOffset="-186464.73">1408 12884 11066,'-4'0'7046,"0"0"-2515,4 0-4234,-7-23-134,29 0-68,8-22-81,2 23 0,6 2-469,3-2 1,1 0 457,4-1 0,0 1 0,1 2-1,-1 0 1,-2 3 0,-2 1-70,-5 4 1,-3 1 49,14-2 45,-22 9 45,-25 11-6,-23 9-56,-23 10-5,14-9 0,-2 0-25,-6 3 0,-2 1 25,-3 2 0,0 0 2,-2 0 0,1 1 6,2-1 0,1-1 21,4-2 0,3-1 43,-18 9-27,20-10 27,18-9 79,11-8-23,14-9 913,14-11-986,23-14-47,-14 10 0,3-1-410,5-2 1,1 0 420,3-1 1,-1 0 13,-1 3 0,0 2-22,-6 3 0,-2 2-29,21-8-49,-19 11-51,-19 7-79,-14 9-245,-15 6-533,-11 7-109,-12 4-3352,-5 3 4430,-7 0 0,22-10 0,2-2 0</inkml:trace>
  <inkml:trace contextRef="#ctx0" brushRef="#br0" timeOffset="-186123.73">1309 12643 14762,'-4'-3'6189,"1"1"-3393,3 2-2460,-21-62-90,38 32-159,-12-11 0,6 1-2115,27 20 0,6 7 2053,-14 2 0,0 2 14,13-1 1,-1 5 878,6 14-840,6 11 12,-9 19-1196,-25-6 1,-2 2 1116,4 15 5,-12-10 1,-2 1-177,-4 18 174,-2-22 0,0 1-6,-2 0 0,0-1-19,-2 0 0,0-1-56,0-3 0,-2 0 1874,-5 27-2479,-2-9-621,-1-8-1312,0-8-4002,1-10 6607,5-10 0,3-8 0,2-5 0</inkml:trace>
  <inkml:trace contextRef="#ctx0" brushRef="#br0" timeOffset="-185748.73">1400 12643 10612,'-6'0'7236,"2"-1"-2861,4 1-3977,-19-53 84,55 20-362,-26-2 0,2 1-75,16 18 0,6 5 95,27-6-17,-14 10-45,-12 7 1,0 3 5,19 13-34,-7 6 85,-18 22 10,-19 6-426,-7-15 1,-2 2 324,-4 2 1,-3 1-11,-2 0 0,-1 0-20,-1 0 0,0-2-159,0-3 1,1 0 99,-4 26-179,5-11-1506,6-8-1933,6-17-455,2-9 4118,3-12 0,-5-4 0,0 0 0</inkml:trace>
  <inkml:trace contextRef="#ctx0" brushRef="#br0" timeOffset="-185522.73">1429 12853 11323,'-8'2'9544,"2"0"-8126,6-2-360,0 0-380,2-8-549,20-3-43,17-10 1,8-3-73,1 3 0,1 0-407,-10 4 1,2-1 0,-1 1 218,17-8 0,-2 0-4742,-5 4 1,-3 1 3918,-10 4 1,-2 0 0,-2 2 0,-7 3 0,-17 8 0</inkml:trace>
  <inkml:trace contextRef="#ctx0" brushRef="#br0" timeOffset="-36.48">14564 7017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0T13:32:08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11303 6934 19546,'-3'-7'1408,"0"-27"1,3-5-826,2 15-119,-2-17 1,2 3-17,3 25-296,-1 3 94,1 19 68,-2 17-68,0 26-159,-2-18 0,-1 3-185,-1 2 1,0 1 125,0-2 0,1-2 22,10 22 28,14-21 68,21-22 39,17-25-110,-22-5 1,2-6-752,7-8 1,1-6 712,-11 8 0,0-2 1,1-1-525,2-2 0,2-1 0,0 0 515,2-1 0,0-1 0,0 1-13,-1 1 0,1 1 0,-1 0-291,-4 3 1,0 0 0,-1 2 269,12-8 1,-4 3-93,-10 8 1,-3 4-647,12-4-1134,-20 21 1878,-15 24 0,-7-9 0,-5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1T13:32:35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1922 2210 20021,'53'21'-821,"-11"-11"1,2-3 857,-11-6 0,1-2-718,23 1 1,2-1 1025,-13 0 0,2 1-27,-7-1 1,3 1 0,1-1-374,3 1 1,2-1 0,0 1 176,3 0 1,1 0 0,1 0-526,4 0 0,0 0 1,1 0 545,-13 0 1,1 0 0,1 0-1,0 0-57,3 0 0,0 0 1,1 0-1,1 0-484,4-1 1,2 0-1,-1 0 1,-1 0 468,-9 1 1,-2-1 0,1 0 0,5 0-12,0 0 1,6-1 0,3-1 0,0 1 0,-3 0 0,-5 0-77,-3 0 1,-6 0 0,1 0 0,8 0-8,-3 0 0,6 0 0,5 0 0,2-1 0,2 1 0,-2-1 0,-3 1 0,-4-1-154,8 1 1,-4-1 0,-2 1 0,1-1 0,6 1 240,-13 0 0,4-1 1,2 1-1,0 0 1,1-1-1,0 1 1,-1-1-1,-2 1-127,1 0 0,-2-1 1,0 1-1,0 0 1,-1 0-1,1-1 1,0 1 111,1 0 1,1-1 0,-1 1-1,1 0 1,0-1 0,-1 1 0,1-1-50,1 1 1,-1 0 0,1-1-1,0 1 1,-1 0 0,1-1-1,0 1 20,1-1 1,0 0 0,1 1-1,-1-1 1,0 0 0,-1 0 0,-2 1-11,-1-1 1,-3 1-1,0 0 1,0-1 0,2 1-1,3-1 67,0 0 1,4 0-1,2 0 1,1-1 0,0 1-1,0-1 1,-2 1-1,-3 0-21,4 0 0,-3 0 1,-2 0-1,1 0 1,1 0-1,4 0-68,-8 0 1,3 0-1,3 0 1,0 0-1,1 0 1,0 0-1,-2 0 1,-2 1-1,-4-1 1,8 0 1,-3 1-1,-3-1 1,-1 1 0,2-1-1,3 1 43,-9 0 1,2 0 0,1 0 0,0 0 0,1 0-1,0 1 1,0-1 0,0 1 21,3-1 0,0 1 0,0 0 1,1 0-1,-1 0 0,1 0 1,1 0-1,-1 0 2,-5 0 0,0 0 0,0 0 1,0 0-1,1 0 0,0 1 0,0-1 1,1 0-1,1 1-8,-1-1 0,1 0 0,1 1 0,0-1 0,1 1 0,0-1 0,-1 1 0,-1-1 0,0 1 1,-2 0-32,6 0 1,-2-1 0,-1 1 0,0 0 0,-1 0 0,0 0 0,0 0 0,1 0 4,0 0 1,-1 0-1,1 0 1,-1 0-1,0 0 1,0 0 0,1-1-1,-1 1 21,-1 1 1,0-1-1,0 0 1,0 0-1,0 0 1,0 0-1,0 1 1,-1-1 27,0 0 1,1 0 0,-1 0 0,0 0 0,-1 0 0,1 0 0,0 0 0,0 1-37,-1-1 0,0 0 1,-1 0-1,1 0 0,0 0 1,0 1-1,-1-1 0,1 0-21,0 0 1,-1 0 0,1 0 0,0 0 0,-1 0 0,1 0 0,0 0 0,-1 0-15,9 0 1,-1 0 0,0 0 0,1 0 0,-1 0 0,1 0-1,-1 0 1,-7 0 0,0 0 0,0 0 0,0 0 0,0 0 1,0 0-1,0 0 0,0 0 17,0 0 1,0 0 0,0 0-1,0 0 1,0 0 0,0 0-1,0 0 1,0 0 31,1 0 1,-1 0 0,0 0 0,0 0 0,0 0 0,0 0 0,0 0 0,0 0 537,0 0 1,0 0-1,0 0 1,0 0 0,0 0-1,-1 0 1,1 0 0,0 0-1117,7 1 1,0-1-1,0 0 1,0 0-1,0 0 1,-1 0-1,1 1 593,-1-1 0,0 0 0,0 1 0,0-1 1,0 1-1,0 0 0,0-1-6,-1 1 1,0 0 0,1 0-1,-1 0 1,-1 0 0,-1 0-1,-1 0 6,-3 0 1,-2 0-1,-1 1 1,0-1 0,2 0-1,3 0-18,-2 1 0,2-1 0,3 1 1,1 0-1,-1-1 0,0 1 1,-3-1-1,-2 1 9,1-1 0,-4 0 1,-1 0-1,0 0 0,2 1 1,2-1-45,-1 0 1,3 0 0,1 1 0,2-1 0,0 0 0,-1 1 0,-2-1 0,-1 0 15,6 0 0,-2 0 0,0 0 0,-2-1 0,1 1 0,0 0-2,-1-1 0,1 1 0,0 0 1,-1 0-1,1-1 0,-1 1-18,0 0 1,0-1 0,0 1 0,0 0 0,-1-1-1,1 1-1,0 0 1,0 0 0,0 0 0,0 0 0,0 0 0,0 0 1,0 0 1,0 0 0,0 1 0,0-1 0,0 0 0,0 1-6,-1 0 0,0-1 0,0 1 0,0 0 0,-1-1 0,1 1 14,-2 0 1,1 0 0,-1-1 0,0 1 0,0 0 0,0 0 21,8 0 1,1 0 0,-1 0 0,-1-1 0,1 1-116,-2 0 0,-1 0 0,1-1 0,-1 1 0,0-1 70,-1 0 0,0 0 0,0 0 0,-1-1 0,-3 1 1040,2 0 0,-4 0 0,1 0 0,4-1-1078,-7 1 0,3-1 0,2 0 1,0 0-1,-2 0 0,-3 1-69,7-1 1,-4 0-1,0 1 1,4-1-103,-7 0 0,3 0 1,2 0-1,0 0 1,-1 1-1,-3-1-734,2 0 0,-2 0 0,-1 0 0,-1 0 1,-1 0 1008,6 0 0,-1 1 1,-2-1-1,-4 0 0,20 0 1,-9 0-1,-24 0 0,-1 1 1</inkml:trace>
  <inkml:trace contextRef="#ctx0" brushRef="#br0" timeOffset="1666">2932 3780 25741,'-11'-25'-6277,"14"12"7362,17 25-1703,7 3 231,13 4 401,-9-8 1,1 0 141,22 7-363,-9-5 0,5 0 24,4-4 1,0 0 222,-9-2 0,3 0-1,1-1 0,4 0 0,-2-1-199,9-1 1,1-1 449,-9 0 0,3-1 0,3 0-622,-4-1 1,3 0-1,1 0 1,0-1 485,-5 0 0,-1 0 0,1 0 1,4-1-50,-4 1 0,2-1 0,3 0 0,0-1 0,0 1 0,-3 0-301,2-1 0,-1 0 1,-1 0-1,-1 0 0,1 0 239,1 0 1,1-1-1,-1 1 1,0 0-1,-3 0 0,3-1 0,-3 0 1,0 1-1,1-1-16,2 0 1,-1 0 0,3 0-1,2 0-199,-8 1 1,3-1 0,1-1 0,1 1 0,-1 0 0,-2 0 170,2 0 1,-2 0 0,-1-1-1,2 1 1,3 0 3,-4-1 1,3 1 0,2 0 0,1-1 0,-1 0 0,-2 1 0,-3-1-75,3 0 0,-3 1 1,-2-1-1,2 0 1,4 0 86,1 0 1,3-1-1,4 1 1,0 0 0,0-1-1,-3 1 1,-3 0-90,3-1 1,-4 1-1,-2 0 1,3-1 0,5 1 84,-13 0 0,3 0 1,4 0-1,1-1 1,1 1-1,0 0 1,-2 0-1,-3 0 1,-4 0-8,15-1 1,-4 0 0,-3 1-1,1-1 1,2 0-44,-2 1 1,1-1 0,1 0 0,1 1 0,0-1 0,-2 0 2,-1 1 1,-1-1 0,0 1 0,1-1 0,-1 1 0,1-1 30,-5 1 0,-1 0 1,1 1-1,1-1 0,-1 0 1,1 0-1,0 1-14,1-1 1,1 0-1,0 0 1,0 0-1,1 0 1,0 1-1,1-1 0,-1 0 0,0 0 1,2 0-1,0 1 1,0-1-1,-1 0 1,0 1-1,-3-1-46,1 1 1,0 0 0,-2 0 0,0 0 0,-1 0-1,-1 0 1,-2 0 63,11 0 1,-3 0 0,-2 0-1,2-1 1,1 1 8,-3 0 1,2 0 0,0 1 0,1-1 0,0 0-1,0 0-30,1 0 0,0 0 0,1 0 0,-1 1 0,-1-1 0,-1 0 22,3 0 1,-3 0-1,-1 1 1,2-1 0,4 0-42,-8 0 1,3 1-1,2-1 1,1 0-1,-2 0 1,-1 1-1,-5-1-17,3 1 1,-4 0 0,-2 0 0,1 0 0,3 0-13,-1 0 1,2 0 0,2-1 0,0 1-1,0 0 1,-1 0 29,0 0 1,-1 0 0,0 0 0,1 0 0,-1 0 0,0 0 0,0 1 0,0-1 0,0 0 0,0 1 0,0-1 0,0 1-4,-1-1 0,0 1 0,-1-1 0,1 1 0,1 0 1,1-1-2,-2 1 1,1 0 0,2 0-1,-1 0 1,1 1 0,-2-1 0,-1 0-8,2 0 1,-1 0-1,-1 0 1,0 0-1,-1 1 1,0-1 0,-2 0 0,0 1 0,-1-1 0,0 1 0,-1-1 1,0 1 40,6-1 1,-2 1 0,0 0 0,0-1 0,0 1-36,1 0 1,-1-1-1,1 1 1,0 0-1,0 0 8,1-1 1,0 1 0,1 0-1,1-1 1,0 1-27,-5-1 1,2 1-1,0-1 1,-1 0-1,-1 1 1,-5-1-29,5 1 0,-6-1 1,1 1-1,3-1 59,6 1 1,4-1 0,1 0 0,-2 1 0,-7 0-48,0-1 0,-6 1 1,4 0-11,4 0 0,4 0 1,2-1-1,-2 1 54,-1 0 1,-1 0-1,0 0 1,1 0-34,-8 0 1,0 0 0,1 0 0,1 0-1,1 0-9,7 0 1,1 1-1,1-1 1,0 0-1,-1 0 25,-2 1 1,1-1-1,-1 1 1,-2-1-1,-5 1 58,11-1 0,-5 1 0,-1 0-124,-4 0 0,0-1 1,1 1 21,-6 0 1,2-1 0,0 0 0,1 1-8,3-1 0,0 0 0,1 0 0,0 0 21,-1 1 0,-1-1 1,2 0-1,2 0 43,0 0 1,4-1 0,1 0 0,-4 1 0,-7-1 77,-5 0 1,-7 1 0,5-1-104,2 0 0,4 0 0,3-1 0,0 1 0,-2-1 7,5 0 1,-1 1 0,-1-1 0,2 0-13,2 0 1,0 0 0,1 0-1,-1 1-2,-3-1 1,0 0 0,0 0 0,1 1-45,-6 0 0,3 0 0,0 0 0,-3 0 0,-5 1-54,0-1 0,-5 1 1,5-1-218,0 1 1,5-1 0,2 1 0,0 0-1,-5 0 383,15 1 0,-3 0 1,-5 1-1,8-2 1,-3 1-1,-8 0 1,1 1-1</inkml:trace>
  <inkml:trace contextRef="#ctx0" brushRef="#br0" timeOffset="2274">23916 2092 17922,'-5'-3'246,"1"2"304,4 1 755,84-5-2356,-47 5 0,3-1 1200,0 0 1,4-1 0,3 1 196,9 1 0,4 1 1,-2 0-168,-10 0 1,-1 0 0,3 0-85,3 0 1,3 0-1,2 1 1,-1-1-319,-5 0 1,0 1 0,-1-1 0,1 1 257,2-1 0,1 1 0,-1 0 0,1-1-462,1 1 1,0-1 0,0 0-1,0 1-123,1-1 0,-1 1 0,0-1 1,-2 1 666,10-1 1,-1 0 0,-6 1-1,3-1 1,-8 0 0,8 1 0</inkml:trace>
  <inkml:trace contextRef="#ctx0" brushRef="#br0" timeOffset="2856">21897 3227 14926,'54'-3'261,"-17"1"1,2 0-259,1 0 0,5 0-1058,-1 0 0,6 1 1,3-1-1,-2 0 1063,11-1 1,-1 0 0,5 0-369,-9 1 0,4-1 0,3 1 0,1-1 0,-2 1 334,-10 0 1,-1-1 0,1 1 0,0 0 0,0 0 0,1-1-131,4 1 0,0 0 0,1 0 0,0-1 0,1 1 0,0 0 118,1 0 0,2 0 0,-1-1 0,1 1 1,0 0-1,0 0-215,0 0 1,0 1 0,0-1 0,0 0 0,0 0 0,-1 1 59,-1-1 0,1 1 0,-1 0 0,0-1 0,-1 1 0,0 0-631,-1 0 0,-1-1 0,1 1 0,-2 0 0,0 0 0,-3 0 797,4 0 0,-2-1 0,-1 1 0,-2 0 0,-4 0 0,10 0 0,-5 0 0,-6 0 0,-6-1 0,-1 1 0</inkml:trace>
  <inkml:trace contextRef="#ctx0" brushRef="#br0" timeOffset="4399">8314 3737 12404,'6'-11'2386,"-2"3"-825,-4 8 288,0 0-950,15 38-1266,-17 10 335,8-10 0,-2 2-247,-6 0 1,-3-1 409,2-2 0,1 1-123,0 2 1,1 1-147,0 3 1,1 1-101,0 2 1,1 2 22,1-5 0,0 2 1,1-2 270,-2 2 1,2 2-155,1 6 0,1 6 1,-1-2-638,0-7 0,-1-1 0,0 2 619,0-6 0,0 3 1,0-1-1,-1 0-40,1 6 1,0-1-1,-1 4 79,-1-7 1,0 4 0,-1 2 0,0-1-1,1-4-589,-1 10 1,0-3-1,0 6 654,0-10 1,-1 6-1,0 3 1,0 0-1,0-1 1,-1-5-434,1 7 1,-1-3-1,1-2 1,-1 0 468,0 1 0,0-2 0,0 2 1,-1 1 25,1-3 0,0 1 1,-1 2-1,1-2 1,0-3-40,-1 1 1,1-4-1,0 1 1,0 1-40,0-4 1,0 1 0,-1 1 0,1 2 0,-1 0-198,0 0 1,0 2 0,-1 0 0,0 1-1,1-2 1,-1-2 179,0-1 0,0-2 0,0-2 0,-1 2 0,1 1-103,-1 8 0,0 1 1,0 2-1,0 0 0,-1 0 101,1-1 1,-2 0-1,1 0 1,0 0-1,-1 1-53,2-6 1,-1 0 0,1 0 0,-1 1 0,1 0 0,-1 0 88,0 2 0,1 0 0,-1 0 0,1 1 0,-1 0 0,1 1 10,0-2 0,0 0 1,0 2-1,0 0 1,0-1-1,0-1 1,1-1 16,0 1 1,1-1 0,-1-2 0,1 0-1,0 0 1,0 1-4,0 0 0,1 0 0,-1 0 0,1 0 0,-1 1 0,1-1 7,0 1 0,0 0 0,0 0 0,0 1 1,0-1-1,0 1 8,0 0 0,0 1 0,0 0 0,0-1 0,0 1 1,0 0 0,0 1 1,0-1 0,0 1 0,-1 0 0,1 0 0,0 0 21,-1 0 0,0 1 1,0-1-1,0 1 1,-1 0-1,1-1 18,0-1 0,0-1 0,-1 0 0,1 1 1,-1 3-1,0 6 34,1-15 1,-1 5 0,0 3 0,0 2 0,0 2 0,0 1 0,0-1 0,0-1-1,1-2 1,-1-2 0,1-4-72,0 2 1,0-4 0,0-2 0,1-1 0,0 0 0,-1 1 0,1 2 0,-1 4-16,0-3 1,0 4 0,0 2 0,0 2 0,0 1 0,0 0 0,1-1 0,-1-1 0,1-3 0,0-3-1,1-4 11,0 11 0,0-5 0,1-3 0,0-2 0,1 0 0,0 2-15,-1 0 1,1 0 0,1 0-1,-1 0 1,1 0 0,-1-1-14,1 1 0,0 0 1,0 1-1,1-2 1,-1-1-1,1-1-7,0-1 0,-1-2 1,1-1-1,1 1 1,-1 1-49,1 7 0,1 1 0,0 1 0,0 1 0,0-2-678,0 1 1,1 0-1,-1 0 1,1-1-1,-1-1 733,0-5 0,0 0 0,0-1 0,0-1 0,-1-1 0,2 7 0,-1 0 0,0-4 0,-1-9 0,0-6 0,-1 0 0</inkml:trace>
  <inkml:trace contextRef="#ctx0" brushRef="#br0" timeOffset="5708">23456 3330 7074,'3'-6'2781,"0"2"-919,-3 4-654,0 0-540,11-64 530,-3 33-818,0-7 0,1 1 309,2 14-245,-3 11-197,-2 4 279,-3 5 36,0 4-47,0 14-473,-1-2 46,0 34-45,-6-3-6,0-9 0,-2 2-266,-4 19 15,-1-5 1,0 2-501,3-12 1,0 1 576,0-1 1,0 3-1,0-1-467,-2 14 1,1 1 632,3-17 1,-1 2 0,1-1-2,-1 4 1,1 1 0,0-1-7,-2 10 0,0 4 4,3-14 0,-1 6 1,0-1-1,2-5-18,-1 8 1,0 1 7,1-9 0,-1 7 0,0 4 0,1-2 1,0-4 24,0 8 1,1-3 0,0 1-383,0-7 1,0 1 0,0 1 0,0 2 419,1-4 0,-1 3 0,2 0 0,-1-1 0,0-2-521,1 14 0,0-3 0,1 4 461,-1-13 0,1 4 0,-1 2 0,1-1 0,-1-2-257,2 5 0,0-2 0,0-1 1,0 1 245,0 1 1,0 1-1,0-2 1,0-1-23,1 4 0,-1-3 1,1 5 5,-1-10 0,0 4 1,-1 2-1,1-1 1,0-3-14,-1-3 1,0-3-1,1 1 1,-1 3-8,0 5 0,1 3 0,-1 2 0,0 0 0,0-3-220,0 5 1,0-2 0,0-1 0,0 1 243,0-12 1,0 0 0,-1 0-1,1 0 1,-1 0 3,1 0 0,-1 2 0,1-1 0,-1-1 0,0-2 12,0 2 1,0-2-1,0 0 1,-1 2-1,0 8 1,0 2 0,-1 0 0,0 1 9,-1-11 0,0 0 1,0 0-1,-1 1 1,0 0-3,0 1 0,0 0 1,0 1-1,-1 0 1,0 2-7,-1 5 0,-1 2 0,0 0 1,0 0-1,-1-3-4,-1 4 0,0-2 1,0-1-1,-1 1-2,0 0 0,0-1 0,0 1 0,0-1-130,0 0 1,0 0-1,0-1 1,1 1 138,0-2 0,0 0 0,0 1 0,2 1-9,0-4 0,2 3 0,-1-1 0,1 0 1,1-5-5,0-3 0,1-3 1,0-1-1,1 4-16,0 1 0,1 4 1,0 1-1,0-2 1,2-4-16,1 11 1,2-4 0,0 0 2,-1-1 1,-1 1 0,2 3 1,-1-12 1,1 3 0,0 1 0,0 0 0,-1-2-57,0 6 0,-1-1 1,0 0-1,0 0 51,1 0 0,0 1 0,-1-1 0,-1 1 2,0 4 0,-2 1 1,0-2-1,0-4-4,-1-1 0,-1-5 0,0 0 40,0 1 0,-1-1 0,1 3 36,-1 3 1,-1 5 0,0-1 0,1-7-37,0 6 0,0 1 22,1-13 0,0 8 0,-1 3 0,2-1 0,0-6 21,0 4 0,2-4 0,-1 3-9,0 3 0,0 4 0,1 0 0,0-5-21,0-5 0,1-3 1,0 3 35,1 1 0,0 3 0,0 1 0,0-4 7,1 0 1,0-4-1,0 1-39,0 9 0,0 2 0,-1 1 11,1-11 0,-1 1 1,0-1-1,-1-2 229,-1-2 0,0-2 0,-1 2-273,0 2 1,0 2 0,0 1 0,-2-3-84,-1 4 0,-2-2 0,0 0 6,-2 0 0,-1-1 0,-1 0-180,0-1 1,-1-1-1,-1 0-911,0-2 1,-1 0 0,0-2 1172,-4 12 0,2-5 0,4-17 0,3-4 0,-3 2 0</inkml:trace>
  <inkml:trace contextRef="#ctx0" brushRef="#br0" timeOffset="6757">1132 3869 19428,'44'-3'422,"0"0"1,10-2 0,3-1-326,-8 1 0,2-1 1,3 0-1193,-5 1 0,1-1 0,2 1 1,1-1 1222,-5 0 0,2 1 0,1-1 1,1 0-1,1 0-374,7 0 1,1-1 0,1 1 0,1-1 0,0 1 277,-6 0 0,1 1 0,1-1 0,0 0 0,1 0 0,0 1-153,-6 0 1,0 0-1,2 1 1,-1-1 0,0 1-1,-2-1 1,-1 1 107,10-1 1,-3 0-1,0 1 1,0-1 0,4 1-745,-5 0 0,4-1 0,1 1 0,1 0 0,-1-1 0,-4 1 1,-5 1 763,6-2 1,-5 2 0,-1-1 0,1 0 0,9 0 0,3-1-1,-4 1 1,-10 0 0,-11 1 0,0 0 0</inkml:trace>
  <inkml:trace contextRef="#ctx0" brushRef="#br0" timeOffset="7880">1463 4805 14639,'-46'1'239,"0"0"0,0 3 0,4 9-121,12 16 0,3 6-48,-2-1 0,2 2-56,0 5 0,3-1-37,-4 14-1,17-21 1,8-1 99,18 0-33,19 2 17,23-12-6,-21-15 0,3-3-221,5-5 0,1-3 266,4-3 0,0-3-521,0-5 0,-1-2 567,-2-3 1,-1-2-13,-5-1 1,-2-1-136,-5-1 1,-4-1 280,-4 2 1,-4 0 269,7-19-14,-13 8 252,-13 9-675,-10 7 838,-6 8-1133,-6 6 599,-3 11-478,2 7 96,2 13-21,5 8-25,5 4 49,9 8 52,10-11-76,2-5-23,11-14-35,0-10 26,9-6 98,4-11 134,0-10 157,-3-10 39,-7-5 22,-11-2 241,-15-9-446,-5 16 11,-24-15-325,10 29 23,-21-10-79,8 18 27,-9 3-2,1 11-244,2 14 274,16 0-168,5 17-180,20-7-352,8 7-716,13-1-6647,23-1 8136,-9-12 0,-2-6 1,-22-11-1</inkml:trace>
  <inkml:trace contextRef="#ctx0" brushRef="#br0" timeOffset="9457">2254 4924 13403,'0'-3'3628,"0"0"-1729,0 3-1582,-16-11-438,11 15 570,-11 4-124,15 24-281,1 11 107,0-9 0,-1 0-4,-1 15-66,-1 4-102,0-28 236,1-10-193,2-3 489,-1-3 311,2-7-623,4-13 53,-1-1 124,7-18 121,1-12-305,-2 5-28,-3 6 0,0 0-21,2-3-74,0-5 208,2 12-330,1 11 107,2 3 76,4 7-6,-4 8-177,16 17-98,-14-5-90,15 19 18,-15 4-19,-4 3-46,-5 6-28,-11-14 19,1-11 225,-2-7 482,4-10-67,0-5-213,3-12 1,3-10-63,1-2-3343,11-23 3365,-7 22-10,18-30-44,-15 34 21,21-20 75,-19 29-10,16-7 191,-7 16 3262,-4 3-3494,13 15-112,-15 8-349,7 15 50,-12-6-453,-1 22 18,-8-15-366,1 16-170,-4-18-647,3-10 843,1-12-979,10-8 576,9-19 1944,4-4 408,5-17 268,-8-2-364,-8 5 1114,0-14-1104,-10 23 1099,7-21-901,-7 25-546,0-1-427,-5 11-82,-1 5-1,1 6-155,2 6 60,1 2 145,6 24-14,-3-2-63,1 8 147,-6-8 0,-2 0-88,-1-1 87,-4 30 255,-3-34-11,-1 1-14,2-10 486,3-9 141,3-7-335,1-11-313,2-10-67,3-13-69,0 0 2,5-24-53,-3 14-20,4-18 0,0 15 19,3 5 27,3 8 41,5 7 85,-4 11 23,17 3-100,-10 10-69,13 7-206,-9 8-63,-5 12-68,-7 7-63,-10 6-51,-6 4-30,-6-2 159,-2-4 87,-1-10 226,3-10 171,1-10 102,5-10-65,0-4-18,8-23-78,1-3-58,5-19-43,-2 5-14,1 2 5,2 7-2,2 7-28,-2 9 33,13 3 51,-6 12-62,12-1-12,-6 13-48,0 6-32,-2 8-55,0 5-62,-4 2-48,-4-3-62,-6-3 22,-5-4 19,-3-6 42,-2-3 45,0-5 157,3-1 88,4-8 144,5-4 20,5-9-28,1-6-8,-2-4-12,-4-1 24,-3 2-80,-6 7-165,-3 2-207,-3 12-79,-2 0-93,1 6 183,-2 16 8,2 2 23,-1 9 60,6 12 135,2-10-33,6 11 33,4-12 6,2-5 16,1-7 7,2-6 27,2-6-6,1-10-33,1-6-5,0-8-12,-2-5-17,-4 0 6,-7 1 0,-6 1-33,-4 2-102,-6 4-436,0 4-1664,-2 4-2733,2 6 4968,1 1 0,2 3 0,0 0 0</inkml:trace>
  <inkml:trace contextRef="#ctx0" brushRef="#br0" timeOffset="10064">4318 4763 15143,'0'-3'4851,"0"1"-2498,0 2-2398,6-23 90,-7 26-1,5-7 12,-8 37 6,2 10-6,0 3 6,2-1-34,0-5-17,1-7 22,-1-8 7,1-8 161,0-9 298,0-4-12,3-6-230,2-5-139,4-9-62,2-7-28,2-5-17,2-2-5,2 0-17,3 4-6,11 1-6,-9 9 1,11 5 39,-13 8-40,7 9 1,-4 5 5,-2 10 17,-3 3 23,0 4-29,-6-9 0,3 0 40,-6-13-6,3-1 0,2-6-28,3-8 17,3-6 28,2-9-17,-3-2 11,-1-3 11,-5 3 12,-3 4 27,-3 7-49,-4 6-80,-1 5 12,-2 4 12,1 4 4,4 12 7,0 5-18,0 3-27,0 5-152,0-4-358,3 6-924,2-1-2751,-2-3 4235,-1-7 0,-4-9 0,-3-6 0</inkml:trace>
  <inkml:trace contextRef="#ctx0" brushRef="#br0" timeOffset="10248">4897 4605 8539,'1'-9'0,"1"2"0</inkml:trace>
  <inkml:trace contextRef="#ctx0" brushRef="#br0" timeOffset="10997">5216 4454 23500,'-4'-20'62,"2"5"-2893,4 48 1,2 18 2819,0-3-6,1-12 1,1 4 90,0 8 1,1-2-271,0 7 284,-1-1 0,-1 1-1713,-2 5 970,0-12-600,0 0 409,-1-31 3535,2-3-2516,0-12 1357,1-10-930,-3-8 455,-8-12-612,-6 1-197,-4 1 303,-8 1-23,4 7 17,-3-7-419,9 8-113,5 3-95,16 6 33,1 4-21,21-3-63,18 1-3341,10-1 3426,2 2-392,-20 0 0,-1 1 403,1-1 14,-5 0 0,0-3 103,5-8 40,-4-1-34,-8 1 369,-14 5-284,-10 8 3092,0 0-3210,-3 5 1002,-3 8-1019,-2 9-34,-1 10-6,8 7 17,13 1-5,15-7 16,13-8 62,5-9 40,14-14-18,-8-13-17,-24 3 1,-1-2 56,7-13 170,-13 6 1,-2-2 226,1-7-11,3-9-61,-17 20-275,-5 8 117,-3 7-268,-1 5 0,-3 11-17,-1 2 11,-13 42-33,6-17-141,-1 5 1,-2 6 96,3-9 1,-1 1 0,0-1-568,-3 10 1,-2 4-116,2-3 0,-4 6 1,1 1-1,0-3 477,0 2 1,2-4 0,-1 0 0,1-3 0,0-1 0,2-3-1,0 2 1,-1 0 0</inkml:trace>
  <inkml:trace contextRef="#ctx0" brushRef="#br0" timeOffset="13930">9026 4470 9899,'50'-8'326,"0"0"0,0 0 0,0 1 0,1 0 0,-3 1-304,11 1 0,-2 1-689,-12 0 1,0 1-1,2 0 665,2-1 0,1 0 0,1 0-432,4 0 1,1-1 0,1 0 463,2-1 0,1 0 0,3-1 4,-14 2 1,2 0 0,2-1 0,0 0 0,-2 0-409,9 0 1,-1-1 0,0 0 0,0 1 410,1-1 1,-1 0 0,1 1 0,0 0 77,1-1 0,0 1 0,0 0 0,-1 0-335,-7 1 0,-2 1 0,1-1 0,2 0 277,-1 1 0,2 0 0,1-1 0,0 1 1,0-1-32,0 1 1,0 0 0,0 1 0,0-1 0,3 0-15,-2 1 0,3 0 0,1 0 0,0 0 1,-2 0-1,-4 1-10,8-2 1,-5 1 0,0 1 0,4-1 2,-7 0 1,3 1 0,1 0-1,1-1 1,-2 1 0,-4 0-188,7-1 0,-4 1 0,-1-1 0,4 0 206,-2 0 1,2 1-1,2-1 1,0 0 0,-1 0 14,1 0 0,-1 0 0,0 0 0,2-1 1,2 1 8,-12 0 1,2 0 0,2 0 0,-1-1 0,1 1-1,-1 0 1,-1 0-91,3 0 1,-1 0 0,0-1 0,-1 1-1,0 0 1,0 0 62,-2 0 1,1 0-1,-1 0 1,0 0-1,-1 0 1,0 0 21,8 0 1,1-1 0,-2 1 0,0 0-1,-2-1 3,3 1 0,-3-1 1,1 1-1,2-1 32,-3 0 0,1 1 0,2-1 0,0 0 0,2 0-34,-5 0 1,1 0 0,1 0 0,1 0 0,-2 0-1,-1 0-53,4 0 1,-1 0-1,-1 0 1,-1 0-1,0 0 16,-2 0 1,0 0 0,-1 0 0,0 0 0,0 0 3,-3 0 0,0 0 1,0 0-1,-2 1 0,0-1-8,2 0 0,-1 0 1,-1 1-1,3-1 3,-3 0 1,3 1 0,0-1 0,0 1 0,0-1 71,-3 0 0,-1 1 0,0-1 0,1 1 0,1-1-69,4 0 0,2 0 0,0 0 0,-1 0 0,-1-1 3,2 1 1,-1 0-1,-2 0 1,0-1-8,-3 1 1,0 0 0,-2 0-1,-1 0 17,8 0 1,-1 0 0,-3 0 328,8 0 0,2 0-295,-4 1 0,5 0 0,-4 1-28,0-1 0,1 1 28,1 0 0,4 1 0,-5 1-23,-6-1 1,-3 1-16,-2 0 1,2 0 0,-4 0-2,-4 0 0,-1 1 731,10 0 1,0 0-746,-15 0 0,-3 0 5,3 1 1,-2-1 1354,16 2-1335,-24 1 678,-2 0-683,5 1 33,-1 2-39,-14-3 3358,1 0-3352,-14 0 82,0 0-66,0 4-28,0-1-5,0 5 0,-1-5 5,3 5 17,2 3-6,2 4-11,2 10 29,-2 3 27,-3 8-28,-2-5-5,-3 2 13,-1 0 1,0 3-20,-1 23-1719,0-11 1,1 2 1698,1-12 1,0-2-108,1 1 0,0 0 88,1-1 0,0-1 22,0-1 0,-1 0 17,-2-3 0,-2-1 11,-2-2 1,-3-1 66,-13 26-56,-2-17 6,-12 1-33,-7-5-34,6-7-34,-18 4-22,0-14 47,23-10 0,-2-1 17,1-1 1,-2-2-15,-15 0 0,1-2 17,-10-1 0,12 0 0,-7-1 0,2 0-155,-1 0 0,0-1 171,0 1 1,-3-1 0,3 0-237,-2 1 0,1-2 233,9 1 0,-2 0 0,0-1 443,-5 1 1,0-1 0,-1 1-461,-3-1 0,0 1 1,-2-1-332,9 1 1,-3 0 0,1-1 0,1 1 309,-8 0 1,1 0 0,2 0 7,10 0 0,1 1 1,-2-1-32,-5 1 1,-4 0-1,1 0 1,5 1 19,-7 0 0,0 0 1,6-1 0,-5 1 1,-2 0-1,1 0-35,-9 1 1,2-1-1,-2 0 37,13 0 0,0 0 0,-1 0 0,-1 0-260,-7 0 0,-3 0 0,1 0 0,1-1 280,6 1 1,1-1 0,2 0 0,0 1 8,-4-1 0,1 0 0,-3 0 1,8 0 1,-3 0-1,-2 0 1,1 0 0,3 0-6,-14 1 0,3-1 0,-4 0-224,13 1 1,-5-1-1,0 1 1,-1-1-1,3 1 197,-4 0 1,0-1-1,2 1 1,2 0-6,-5 0 0,2 0 1,-4 1-62,11-1 0,-3 0 0,-2 1 0,2-1 0,2 0 9,3 1 0,2-1 0,1 0 0,-2 1 49,-7 0 0,-1 0 0,-2 0 0,0 1-14,6-1 1,-2 0 0,0 0 0,1 1 0,4-1 27,-14 2 1,3 0-1,-3 0 20,12-1 0,-4 0 0,-2 0 0,2 1 0,1-1 9,-4 1 0,2 0 1,1 0-1,2 0-1,-5 0 1,2 1 0,-3-1 4,9 0 0,-3 0 1,-1 0-1,0 1 0,4-1 5,-12 1 0,4-1 0,-5 1-11,13-1 1,-4 1 0,-2-1 0,2 0-1,2 0-5,-3 0 1,3 0-1,1 0 1,-1 0-184,1-1 1,1 1 0,0-1 0,0 1 176,2-1 1,0 0 0,0 0 0,1-1-6,-14 3 1,2-1 0,-1 0 52,2-1 1,1 1-1,0 0-49,1-1 1,0 1-1,2 0 2,12-2 1,1 0-1,-2 1 24,-18 0 1,-3 1 0,3 0 7,18-2 0,3-1 0,-5 1 4,-12 0 0,-8 1 0,-1 0 0,7-1-14,4-1 1,4 1 0,-2-1-12,5 0 0,-3 0 0,1 0 0,3 0-4,-17 1 0,6-1 355,13 0 1,0-1-357,-13 2 1,0-1 2,20-1 1,0 1-3,-15-1 0,0 1-6,13-1 0,0-1 11,2 1 1,-1-1 13,2 0 1,0 0 8,0 0 0,1 0 713,3-1 0,1-1-655,-28-2-33,10-5 2601,7-1-2657,4-1 1565,6 0-1576,1 1 486,3 0-480,-1 0 267,-1-2-178,-1 0 68,-2-4 38,0-4 73,-2-7 23,-1-7-152,7 3 107,-7-16-118,18 19 0,0-2-427,0-3 0,0-1 326,0-8 1,1 0-6,6 4 0,3 0-1,2-2 1,2 0 5,4-2 1,3-1 8,4 0 0,4 0-20,3-1 0,4 2-59,4 1 1,3 2-264,0 3 0,3 3 311,2 3 0,0 4 0,2-4 0,-4 13 0</inkml:trace>
  <inkml:trace contextRef="#ctx0" brushRef="#br0" timeOffset="15215">21041 4204 14846,'-16'-49'814,"1"0"0,0 5 0,5 12-942,9 25 133,1 13 230,2 14-33,-1 21-23,1 22-623,-2-12 1,-1 0 463,-1-14 0,0 0-9,-1 6 0,-1 1-128,-1-5 1,0-3 127,-2 19-11,3-16 0,1-2 118,4-3 447,7-11-217,3-25-118,2-15-57,-4-17-61,-6-15-56,-12-13-31,2 26 1,-1-2 530,-3-1 1,1-1-532,-2-7 0,2 1 285,-2-16-302,6 17 0,3 3-13,5 9-6,6-24-23,9 28-16,13-5-4,6 18 1,4 2-1087,11-3 1120,-10 9 0,0 2-14,-7 5 1,0 1-314,6-1 0,2 1 302,13 1 0,4 1-7,-7-1 0,2 1 0,0-1 18,-6 1 0,-1-1 1,2 0-5,9 0 1,1 1 0,-4-1 11,1-1 1,-2 0-11,10-1 0,-1 0-612,-14-1 1,0 0 641,9 0 1,0-2 8,-6 1 0,-1-1-388,1-1 0,-4 0 402,15-3 329,-28 3 1,-2 0-291,3-3 90,11-5-74,-19 5 646,-1-1-578,-20 6 1169,-1 1-1528,-5 2 1292,-1 0-1050,0 6 189,0 9-144,0 13-24,1 9-4,4 21-7,4-8-111,-1-19 0,2 0 156,12 23-33,-6-22 0,1 1-23,9 23 20,-11-19 0,-2 0 65,-4 14-1,-13 4-39,-5-22-11,-15 1-17,-10-4-5,-7-1-28,1-3 16,-8-8-22,0-6-1646,4-5 0,-2-2 1651,13-1 1,-1-1-14,-22 0 0,-3-1-339,16-2 0,-1 0 0,-1 0 322,-3-1 1,-2 0 0,-1-1-485,4 2 0,-3-1 0,1 0 0,3 0 458,1-1 1,3 1 0,-2 0-339,-10-1 1,-1 1-1,2 1 231,7 1 0,3 1 0,2-1 0,-7 0 0,3-1 0,9 3 0,-1-1 0</inkml:trace>
  <inkml:trace contextRef="#ctx0" brushRef="#br0" timeOffset="17708">9810 6263 11333,'-40'-23'423,"0"1"0,1-1 0,-5 5 0,-1 3 1,3 9 135,-3 15 0,4 6-743,-2 0 1,2 3 611,0 5 1,1 2-86,6-1 1,0 2-71,-10 9 0,0 3-78,12-5 0,0 1 0,2-1-131,-1 2 0,3 1-27,-4 13 1,7 1-93,16-19 0,5 0-56,3 7 0,4 1 4,6-2 1,6-2 63,7-2 1,5-2 67,6-3 0,5-3 67,6-3 0,5-5 145,6-3 0,4-4-71,-16-5 0,2-3 0,0-2 21,1-2 1,2-2 0,0-2 54,7-6 1,2-3 0,-5 0-380,4-3 0,-4-2 347,-9-1 1,0-4 0,-6 0 61,-5-5 1,-5-2-271,6-9 0,-3-4-55,-6-1 1,-3-2-28,-5 1 0,-4-2 92,-4-6 0,-5 0-45,-4 12 0,-4 1-87,1 4 0,-5 2-54,-6 7 1,-7 3 95,-17 1 1,-6 4 115,4 4 1,-5 2-376,-5 5 0,-7 3 0,6 3 387,4 5 1,2 4-224,1 1-1,-4 3 1,5 2-840,1 4 1,3 2 1081,-3 3 0,3 0 0,1 0 0,29-13 0</inkml:trace>
  <inkml:trace contextRef="#ctx0" brushRef="#br0" timeOffset="18408">10235 6630 8405,'-5'1'3837,"2"-1"-1229,3 0-2264,80-8-261,-47 4 1,2 1-701,11-2 0,7-1 1,-4 1 628,-4 0 1,0 0 20,4-1 1,4 0 0,-3 0 34,4-1 0,1-1 27,-4 1 0,4 0 0,0 0 127,0-1 0,0 0 0,-3 0-93,4 1 0,0-1-10,-3 1 1,3 0-1,-4 1-32,1 1 0,-1 0 33,-10 1 1,2 1 0,-2-1-107,16 1 0,-5 0-23,-13 1 1,-3 0-138,1 2 1,-3-1-90,-9 2-941,7 5-1524,-36 3 2700,-5 2 0,-3-4 0,3-2 0</inkml:trace>
  <inkml:trace contextRef="#ctx0" brushRef="#br0" timeOffset="19941">20673 6214 19242,'-3'-33'-475,"0"-1"1,1-10 266,9 81 64,2 4 43,1 2 38,-2 13 29,-6-32 29,1 19-125,-3-30 379,0-2 58,0-7 337,0-3-351,0-6-245,0-8-15,0-18-24,0 4 1,0-19 12,0 9 45,-1-23-34,-1 11-3,-2-3-8,0 22-28,0 10-140,2 8-210,7 8 290,13 1 24,20 2 10,3 1 20,5 1 1,2 1-730,7 0 742,0 1 0,2-1-3,-20 0 1,2-1-1582,19 0 0,1 0 1577,-9-2 1,0-1-6,7-1 0,-1 0-253,-20 0 0,-1-1 256,8 0 0,2-1-23,-1-1 1,1 0 10,0 1 1,0-1 11,3-1 0,-3 0 3,6 0 28,-8-1 61,-22 4 357,-5 1-593,-9 2 3259,-6 1-2643,2 2 572,-1 1-865,4 5-14,2 7-72,-2-3 16,2 19-73,-6-7-65,1 17-372,-5 11 288,1-16 38,-2 17 22,-1-20 53,-2 9 49,-6-5 95,-1-9 61,-32 2 91,-11-15-554,22-6 1,-4-1 236,-8-5 0,-5-2 1,2-2-1037,-13-1 1,0-2 1035,12 2 0,-2 0 0,1-1-24,0-2 0,1-1 0,3 0-300,-7 0 0,1-1-877,10 3 0,-3 0 1,5 1 1164,-2-1 1,5 1 0,-17 1 0,41 2 0</inkml:trace>
  <inkml:trace contextRef="#ctx0" brushRef="#br0" timeOffset="22497">9357 7466 13842,'55'-13'1636,"7"2"-1518,-28 7 0,1 1-801,4 0 0,2 1 631,3 0 1,1 0-401,4 0 0,1-1 417,4 1 1,2 0 17,5-2 0,2 0 8,-18 2 0,0-1 1,2 0-489,3-1 1,0 1-1,2 0 517,2-1 0,0 1 1,1 0 124,3 0 0,0 0 0,1 1 18,1-1 0,0 1 0,1 0-43,1 0 0,1 1 0,0-1-82,-16 1 1,1 1 0,0-1-1,0 1-64,1-1 1,0 1-1,0 0 1,0 1-10,0-1 1,0 1 0,1 0 0,-1 1-6,1-1 1,1 0 0,-1 1 0,1-1-499,0 1 1,1 0 0,1 0-1,-1-1 457,2 1 0,0-1 1,0 1-1,1-1-1,2 0 1,1 0 0,-1 0-1,2-1 18,1 1 1,1-1-1,0 0 1,1 0 26,-10-1 0,1 1 0,-1-1 0,1 1 1,0-1-237,3 0 1,0 0 0,0 0 0,1 0 0,0-1 305,2 1 1,0-1 0,1 0 0,0 0 0,0 0-162,2 0 0,0 0 0,1-1 1,0 1-1,-1 0 209,-8-1 1,-1 1 0,1 0-1,0 0 1,-1 0 0,1-1-70,0 1 1,1 0-1,-1-1 1,0 1-1,1 0 1,-1-1 29,1 1 0,-1 0 0,1-1 0,-1 1 0,1 0 0,-1-1-51,0 1 0,0 0 0,-1 0 0,1-1 0,-1 1 0,1 0 19,9-1 0,1 1 0,-1-1 0,0 1 0,0-1-6,-1 1 0,0 0 0,0-1 0,0 1 0,-1 0 0,1-1 1,-1 0-1,0 1 1,0-1-1,0 1 17,0 0 0,-1-1 1,1 1-1,0 0 1,0-1-34,0 1 0,0 0 1,0 0-1,0-1 1,0 1-4,0 0 0,1 1 0,-1-1 0,1 0 0,0 1 0,-1-1 0,1 0 0,-1 0 0,1 1 1,-1-1 14,1 1 0,-1-1 0,1 1 0,-1-1 0,0 1 5,0-1 1,-1 1-1,0 0 1,0-1 0,0 1 49,-1 0 0,0-1 1,0 1-1,-1 0 0,0 0-58,-1 0 1,-1 0 0,0 0 0,0 0 0,0 0 31,-2 1 1,0-1 0,0 0-1,0 1 1,-1-1-29,-1 0 0,0 1 0,0-1 0,0 0 1,-1 0 27,11 0 0,0 0 1,0 0-1,-1 0-28,0 0 0,-1 0 1,-1 0-1,1 0-6,-2-1 1,0 0 0,0 1 0,0-1 1,-2 0 0,0 1 0,0-1 0,0 0 42,-1 0 1,0 0 0,0 0-1,-1 0-42,-1-1 0,0 1 1,-1 0-1,1-1 8,-2 1 1,0-1 0,0 1 0,0-1-5,0 1 0,-1-1 1,0 1-1,0-1-34,-1 1 1,0-1 0,0 1 0,0-1 38,-1 1 0,0 0 0,0 0 0,-1-1 209,14 0 0,-1 0 0,0-1-163,-3 1 1,-1-1-1,0 0-32,-4 0 1,-2-1 0,0 0 18,-5 0 0,-1-1 1,-2 0 452,15-4 1,-4-1-395,-7 1 0,-4-1 783,-4 2 0,-3-1-796,25-6-45,-7 5-136,-4 2 339,-19 5 2388,-7 0-1928,-17 2 1717,-6 1-2190,-4 0 907,-6-2-675,-9 2 277,3 0-493,2 0-514,8 2 158,4 4-317,1 3 329,0 16-269,1-7 23,0 9-73,0-6-16,0 0 68,0 8-3486,0 6 3706,0-10 84,0 19 41,0-23 23,1 21-8,-1-21-30,-5 36 45,-1-18 8,1-6 0,-1 0 19,-3 5-13,-2 10 12,3-5-25,2-7 0,1 0 6,-2 15 4,1-4 1,0-1 3069,0-2-3089,0-2 1,-1 1 5,-2 14-1,2-13 1,-1 3-16,3-7 1,0-1 2,0 0 1,1-1 2,2 2 0,2-2 1,0-3 0,0 1-2,2 8 1,1 3 3,0 14 1,1-2-304,0-18 0,-1 1 306,0 3 1,0 4-1,0-4-464,-2-3 1,0-2 422,1 9 1,-1 1 23,0-3 1,-2-2-3,-1-7 1,0 2 16,-2 20 0,0 2 1,-1-7 0,1-1-12,0-2 0,0-1 8,1 0 0,2-2-241,0-9 0,0 0 256,1 9 0,0 3 6,0-5 1,0 2 0,0-3-13,1-3 1,-1 1-390,-1 0 1,0 4 0,-1-7 402,-1 13-5,-2-10 0,-1 1 53,1-8 1,0 0-57,-1 9 0,1 2 14,-1 7 0,1 0 317,1-8 1,1 0-366,1 6 1,0 0 22,1-10 0,1-1-144,0 1 1,0-1 137,0-9 0,0 0 3,-1 18 0,-1-2-5,1 4-1,-2 7 0,0 0-5,0-6-525,0-12 1,0 7 0,0-6 384,-2 10-194,-1 3 1,-2-3-126,-2-10 470,-6 6 0,-1-2 0,6-16 0,-12 26 0</inkml:trace>
  <inkml:trace contextRef="#ctx0" brushRef="#br0" timeOffset="24618">9294 7521 17060,'-3'-5'-1135,"0"2"569,3 3 2393,-2 5-1190,3 5-692,-1 11 158,1 10-106,0 10-598,-1 10 1263,1 9-324,1-18 0,1 1-1540,2 18 1097,-1-15 1,1 0-1350,-1-15 1,-1 4 1708,-1 9 0,1 9 0,0 2 0,-1-5-273,0-6 0,-1-3 1,0 3-187,1 3 1,-1 4 0,1 0 0,-2-5 122,1 12 0,-2-5-5,1-8 1,0 2 40,1-1 0,-1 4 0,0-1-35,1 13 1,1 0-254,0-14 0,-1 1 0,2-1 352,1 14 0,1-3-28,-1-10 0,0 0-101,1 11 0,-1 0 106,-2-9 1,0-1-34,0-8 1,-1 1 0,0 1-14,-3 8 0,0 3 0,-1-2 316,0-7 1,0 0 0,-1 0-332,0-2 1,0 1-1,0-1 5,-1-2 0,0 1 1,0-1-508,2 2 1,-1 1 0,1-1 470,-1 9 1,0 3 19,1 1 1,1 5-1,0-5 69,1-5 0,0-2 6,0 12 0,0 0-12,0-3 0,0-1-8,-1-10 1,0 1 12,-1 9 0,0 4 10,-1-16 0,0 2 1,0-3-6,-2 14 1,-1-3 4,1-3 1,-1-1 2,0-5 0,0-1 31,0 0 1,1 0-26,-1 0 1,2 0-364,0 6 1,1-3 362,1 11-8,3-17 0,3-3 1724,0 2-1755,0-5 0,2 2-17,0-6 0,0-2-8,0 3 0,0 0 195,0 6 1,1-1-252,1 12-17,0 9 50,-1-13 53,1 12 510,-1-14-456,1-9 0,1 0-9,4 9 1500,-4-15 1,1 1-1631,5 17 72,-3-7-104,4 8-13,-1-2-11,1 1 14,-3-10 662,-1-5-579,2-5 67,0-13 56,8 3 17,3-10-51,-2-4 6,24-3-33,-5-4-12,-9 0 0,2 0 0,-2-1 0,0-1-3,1-1 1,1 0-143,2 0 0,-1 0 145,21-5-6,-9 3 1,-1 0 11,6 0-452,-12 2 1,6-1-1,-2 0 474,1 1 1,0 1-3,0-1 0,3 0 1,-3 0-5,4 0 1,-2 0 8,14-1 0,1 0-515,-10 1 0,1 1 503,2-1 0,5-1 0,-4 1 3,2 0 1,2 0 1,-10 1 0,6 0 0,1-1 0,-5 1-424,-3 1 1,-4-1-1,3 1 413,4 0 0,3-1 0,1 0 0,-4 1-2,-3 0 0,-3 0 1,4 0-2,7-1 0,6 0 0,-1 1 0,-6 0 3,-12 0 0,-4 1 1,6 0-369,9-1 1,8-1 0,4 1 0,-1-1-1,-7 1 362,-7 0 0,-4 1 1,-1 0-1,2-1 5,8 1 1,2-1 0,1 0 0,1 0-208,-4 0 1,3-1 0,0 1 0,-3 0 0,-5 1 203,0-1 1,-5 1-1,7-1 6,-3 0 0,9 0 0,4 0 1,0-1-1,-4 1 0,-8 0-18,2 0 0,-6 1 0,8-1 26,-7 0 0,9 0 0,4 0 1,5-1-1,0 0 0,-2 1 1,-3-1-1,-7 1-137,-1 0 1,-5 1 0,-2-1 0,2 1 0,5-1 134,-3 0 0,5 0 0,3 0 1,2-1-1,-1 1 0,-2-1 1,-3 1-1,-7 1 53,10-2 1,-8 1 0,-1 0-1,5 0-50,-3 0 1,4 0-1,1-1 1,1 1-1,-1 0 1,-4 0-7,9-1 1,-3 1-1,-1 0 1,3 0-5,-5 0 1,1-1 0,1 1 0,2 0-1,0 0-4,-4 0 1,2 1-1,1 0 1,0-1 0,-2 1-1,-3 0 1,8 0 1,-3 0-1,-1 0 1,3 0 1,-5 0 1,2 1 0,1-1-1,0 0 1,-2 1 1,-4 0 1,-1 0 0,0 0 0,0 0 0,0 1-145,1-1 0,-1 0 1,1 1-1,0-1 0,1 0 138,0 0 0,1 0 0,0 0 1,-1 0-1,0 0 49,10 0 0,0 0 0,0 0 0,-2-1-48,-4 0 0,0 0 0,-1 1 0,0-1-56,2 0 0,0 0 0,0 1 0,0-1 67,2 0 0,0 0 0,1-1 1,1 1-5,-8 1 0,2 0 0,1-1 0,-2 1 0,-1 0 92,3 0 0,-2 1 1,-1-1-1,-2 1-92,4-1 0,-2 1 0,3 0-3,-1 1 0,4-1 1,-1 1-1,-7 0-8,5 1 0,-2-1 7,-2 1 0,3-1 0,-1 1 182,0 3 1,-1 0 0,-3 0-213,2 1 1,-1 1 277,-5-2 1,3 1 0,-4 0-257,-2 2 1,-6 0 1702,5-1-1714,9 4 1,4 0 41,-20-4 1,0 0 503,26 5 0,0 0-521,-25-5 1,1-1-17,24 5 0,0-1 8,-30-4 1,0-1-23,14 2 0,5 1 0,-4-1 11,-9-3 1,-1 0 44,16 2 0,0-2 14,-14-4 0,-4 0 14,19-4 475,-18-3 0,-1-2-453,17-9-47,-14 4 0,1-1-6,-3 1 0,-1-1 11,2-1 1,-1 0 16,1-1 0,-2 0 9,19-11 134,-22 7 0,-3-1 1083,1-11-982,4-18-157,-23 4 302,-11-8-409,-3 25 1,0-1 8,-2-4 0,1-1 178,-1-2 0,1 1-55,1-2 0,2 0 70,4 0 0,4 0 11,1-1 1,4 0-82,3 0 1,1-1-52,1 0 1,-2 0-42,-2 3 0,-3 1 422,2-19-1360,-18 23 0,-6 2 865,-7 1 0,-6-4 0,11 25 0</inkml:trace>
  <inkml:trace contextRef="#ctx0" brushRef="#br0" timeOffset="26647">9972 13784 15412,'-13'-34'-118,"5"20"124,11 58 16,1 13-22,1 6-23,-4-31 1,0-1-67,0 29-29,-3-8-11,-4-10 34,-3-11 106,-3-13 45,2-9-39,2-17 62,1-11 38,3-16-10,1-11 38,2-10 52,2-7-80,-1 30 1,0 0-3,1 1 0,0 0 92,-1-27 6,0 10 11,-2 10-51,0 12-324,0 12-62,5 7 196,8 6 12,3 1-6,31 4-12,-1 1 12,-11-1 0,3 1-250,-4-2 0,1 1 264,1-1 0,0 0 8,1-1 0,-1 0 3,1-2 0,-1 0-11,2-2 0,-1-1-6,2-2 0,1-1 0,0-1 1,1-1-1,2-1 0,0 1 8,-1-1 1,0 0 0,-1 1 0,-1 0 8,-4 2 0,-1-1-69,21-5 234,-17 3 319,-14 3 241,-12 2-167,-8 1-219,-2 1 369,-2 1-643,1 0-450,-1 1 466,2 30-83,1-14-1,2 24 18,2-12-29,-2-5 22,7 26-16,1-12-6,11 18-12,6-7 7,-3-11-13,-5-9 1,-1-1 12,4 6 10,4 16 7,-17-13 0,-16 1 10,-13 1 6,-16 0 11,-12-3 17,-10-4-28,26-18 0,-1-1-6,-2-3 1,0 0-6,-1-3 0,-3-1-1148,-11 0 0,-7-2 1,4 0 1127,5 1 0,-1-1-9,-11 1 1,-7 0 0,3 0-818,14-1 0,3 1 1,1-1 735,-12 1 0,0-1-269,10 1 0,-2-1 0,6-2-3251,-11-6 3613,5-1 0,28-1 0,16 3 0</inkml:trace>
  <inkml:trace contextRef="#ctx0" brushRef="#br0" timeOffset="27265">10129 14056 16208,'4'-49'375,"1"16"-157,-1 48 12,2 8-6,7 4 123,11 6-39,3-7 342,23-2-185,-5-15-101,12-12-191,-24-6 1,1-3-521,-2-3 0,-1-1 366,0 0 1,0-1 22,2-4 0,-2 0-14,-5 2 0,0-1-167,7-6 0,2-1 139,4-5 0,1 0-42,-7 6 0,0 3-112,2-2 0,-2 3-255,4 1-3041,-5 10 3450,-15 7 0,-5 3 0,-6 1 0</inkml:trace>
  <inkml:trace contextRef="#ctx0" brushRef="#br0" timeOffset="29407">13690 13675 9486,'-1'-9'3187,"0"2"-2352,1 7 1058,0 0-818,1-52-593,0 38 431,1-40-756,-2 52-740,0 0 544,0 7 28,0-4 22,0 4 0,0-5 1272,0 0-1283,-1-3 44,1 1 29,-1-2-27,1 1 379,0 3-408,2 8-6,-1 0 17,5 17-44,2 15 4,2 7-13,-4-15 0,-1 2-282,-2-3 1,-1 1 135,0 1 0,-1 1-149,0 0 1,-2 0-524,0-1 1,0-1-1964,0 15 2806,0-3 0,1-28 0,0-2 0</inkml:trace>
  <inkml:trace contextRef="#ctx0" brushRef="#br0" timeOffset="30790">14072 13719 9514,'0'-5'6173,"0"2"-3110,0 3-2452,0-37-118,0 23-90,-3-28-106,1 31-73,-3 1-73,1 0-56,1 3-72,1 2-107,1 3-801,1 1 863,0 5 22,0 0-6,0 3 0,2 1-22,-1 0-39,1 1-101,0 2-151,0 1-118,1 1-157,-1 0-689,0-1-1764,2-2-2084,-1-2 1900,2-1 3231,1-3 0,-2-1 0,-1-2 846,-2 0 1310,-1-6-55,0 0-68,-3-5-168,0 1-173,-3-4-264,3 0-336,0-3 325,2-6-779,0 7-514,1 0-147,0 11-16,0 7 67,-2 10-3392,-3 21 3358,2-3-10,-1 24-212,3-11 10,5 14-454,4 1-1345,6-4 2017,5-4 0,-8-25 0,-1-7 0</inkml:trace>
  <inkml:trace contextRef="#ctx0" brushRef="#br0" timeOffset="31240">13941 13548 13446,'23'-59'883,"0"1"0,1 0 1,1 9-319,4 20-184,13-7-191,-12 17 1,2 2-99,-3 3 1,1 3-4,28-9 9,-22 15 0,0 3 3,13 10-67,11 2 55,-30 8 1,-2 4 16,-1 5 14,-5 2 1,-2 3 97,-4 17-145,-9-19 1,-1 2 43,0 31-61,-5-27 0,-1-1-50,0 11-28,-1 12-163,0-27-6422,2 9 6607,2-15 0,-1-7 0,0-13 0</inkml:trace>
  <inkml:trace contextRef="#ctx0" brushRef="#br0" timeOffset="32165">13653 13497 6971,'-1'-11'4431,"0"2"-3905,1 9 477,28-67 279,10 24-918,-7-4 0,1 2-514,-7 23 0,2 3 570,11-3 1,0 2-242,3 0-56,-3 3 1,2 0 66,19 2-156,0 3-40,3 10 23,-16 13 201,-13 3-195,12 21 16,-15-6-39,10 14 11,-14-7 109,-7-6-92,-6-4 16,-8-6 18,-2-8 342,-2-3-336,-1-6 223,-8 10-174,-1 2-61,-8 12-72,-7 17 10,8-9 34,-1 7-6,11-19-10,3-10-1,0-2 6,0-4-12,-1-1 6,-2 1-5,1-2 0,-1 0-23,-3 1 62,2-5-6,-5 1-28,4-2 34,-9-8-12,-1-1-5,-4-5 101,-12-8-6,10 7 6,-10-7 39,14 8 34,7 6-85,6 1-139,4 4-45,5-1 28,3 1 27,2 0-10,3 2 61,-2 2 40,-1 6-1,-1 5-16,0 7-6,2 3 45,4 1 67,8-4-73,0-7 213,31-3-106,-5-9-96,-11-1 1,0-3 117,26-6-79,-8-6-105,-15 3-18,-1-4-196,-21 8-458,4-4-1408,-13 8-7791,-4 2 9492,-2 2 1,0 1 0,-1 0-1</inkml:trace>
  <inkml:trace contextRef="#ctx0" brushRef="#br0" timeOffset="34442">18583 13228 17468,'22'-32'92,"0"0"0,12-17 88,-32 89-108,-1-12 9,-3 26 1,-1 6-96,2-28 0,-1 0-9,-1 18 1,0 1-132,2-13 0,0-4-266,2 8-319,0 13-947,1-26-1927,1-13 3613,5-9 0,-3-5 0,1-3 0</inkml:trace>
  <inkml:trace contextRef="#ctx0" brushRef="#br0" timeOffset="34932">18663 13180 14482,'17'-42'41,"-1"1"0,6 2 0,5 9 4,11 19 0,3 8-283,-7-3 1,3 1 377,23-4 0,2 0-563,-20 3 0,0 2 551,18-3 1,-2 0-70,-24 4 1,-3 0 119,32-1 267,-14 0-323,-1 0-2938,-2-2 2854,-22 3 165,-1 1-154,-15 1 946,2 5-765,-11 1 495,-11 21-282,-2 2-78,-8 19-111,6-1-12,6 6-85,5-10-59,7 13-95,7 4-158,-1 2 1590,-3-28 0,0 0-1668,-5 16 95,-4-13 180,-22 9-106,6-25 95,-7 0 0,-4-2 24,-12-3-37,10-4 1,-2-2-1,2-4 1,1-2-8,-23 2-1,7-5 0,-1-2-293,11-2 1,1 1 284,-7-1 0,-3 0-6,-5-4 0,2-1-36,18 3 0,1-2-98,-11-1 0,2-1-1543,-1-5-695,20 4 1643,15 4 1,7 5 0,1 0-1</inkml:trace>
  <inkml:trace contextRef="#ctx0" brushRef="#br0" timeOffset="35165">19121 13338 17246,'41'38'-173,"-1"0"1,0 1-1,1-3 1,1-1-1,-1-3-2417,10-1 0,-1-3 1790,-1-3 1,-2-3 0,-14-6 0,-4-2 0,7 1-1</inkml:trace>
  <inkml:trace contextRef="#ctx0" brushRef="#br0" timeOffset="39114">9314 15238 7375,'0'-5'4609,"0"2"-1047,0 3-3472,-15-28-90,9 21 0,-16-18 73,11 33 28,-7 8 50,-5 9 107,-6 10 83,-5 9-1760,10-8 1,1 1 1563,-9 17-41,8-7 0,2 1-277,9-12 0,2 0 181,0 10 1,1 1-20,4-3 0,5 0 2,5-2 1,4-2-9,4-3 0,4-2 28,5-3 1,4-3 49,12 0 1,3-4-184,-11-9 1,1-3 191,18 2 0,2-5-14,-11-7 0,0-3 1158,12-3 0,4-2-1139,2-5 1,0-4-200,1-5 1,-1-5 254,0-4 1,-3-5 5,-3-3 1,-3-5 2,-6-1 0,-4-4-12,-6 0 1,-4-2 8,-6 1 1,-5 0-239,-6 4 0,-3 1 252,-4 5 0,-4 1 478,-12-25-511,-14 11-135,-17 6 322,16 23 1,-4 2-444,-15-1 1,-2 3 90,13 4 0,-1 3-138,-19-1 0,-1 3-165,18 7 0,1 2-423,-4 3 0,1 5 773,8 5 0,5 2 0,-1 4 0,16 3 0</inkml:trace>
  <inkml:trace contextRef="#ctx0" brushRef="#br0" timeOffset="39681">10772 15515 8881,'-10'3'5304,"2"0"-4867,8-3-403,0 0 610,24 3-229,21-2-230,15-1-1102,-4-5 0,4-2 1012,-17 1 0,0-1 0,5-1-32,9 0 0,6-1 0,2 1 0,-1-1-51,-4 2 1,-1-1 0,1 2 0,0-1-512,0 0 1,0 0 0,1 1 0,-1 0 486,0 1 1,1 0 0,-1 1 0,-2 0-10,-9 1 0,-3 0 0,2 0 0,2 0-6,4-1 0,4 0 0,1 0 1,0 0-1,-3 0 7,4 0 0,-3 0 1,0 0-1,1-1-22,4 0 0,2 0 0,-2 0 0,-2 0-154,2-1 0,-2 0 0,-4 1-47,-11 1 0,-3 0 1,1 0-974,5 0 1,0 0-1,-4 0 879,-1 1 0,-3 0 1,-4 1-1,-3-1 1,1 1-1</inkml:trace>
  <inkml:trace contextRef="#ctx0" brushRef="#br0" timeOffset="41598">10396 16666 6781,'4'3'2111,"0"-2"-867,-4-1-258,77-18-709,-46 12 0,2-1-790,11-2 1,6-1 0,0 0 573,12 0 1,1 1-493,-14 2 1,2 0 0,1 0 441,7-1 0,2 1 0,3 0-597,-11 1 1,1 0 0,2 0-1,1 0 586,-6 1 0,0 0 0,1 0 0,1 1 0,1-1 1,5 1 0,1-1 0,1 0 1,1 1-1,0-1-258,-6 1 0,0 1 0,2-1 0,-1 1 0,2-1 0,-1 0 269,-4 1 1,-1 0 0,1-1 0,1 1 0,-1 0 0,2 0 0,-1-1-92,3 1 1,0 0 0,1-1 0,0 1-1,0-1 1,1 1 0,-1-1 130,3 1 0,1-1 0,-1 0 0,1 0 0,0 0 0,1 0 0,-1 0-8,-5 0 1,0 1 0,0-1-1,0 0 1,0 0 0,1 1-1,0-1 1,0 0 79,1 0 1,1 0-1,1 0 1,-1 0 0,1 0-1,0-1 1,0 1 0,0 0-31,-6 0 1,1 0-1,0 0 1,0 0-1,1 0 1,-1 0 0,1 0-1,-1 0 1,1 0-30,1 0 0,0 0 1,1 0-1,-1 0 1,1 0-1,-1-1 1,1 1-1,0 0 1,0 0-25,1 0 0,0 0 0,1-1 0,-1 1 0,1 0 0,-1 0 0,1 0 0,0 0 0,0 0-25,-5 0 0,0 0 0,-1 1 1,1-1-1,0 0 0,0 1 1,1-1-1,-1 1 0,0-1 1,1 1-13,0-1 0,1 1 1,-1 0-1,1-1 1,0 1-1,0 0 1,0 0-1,0 0 1,0 0-1,0 0-5,1 0 1,0 0-1,0 0 1,1 0-1,-1 0 1,0 0-1,1 0 1,-1 0-1,1 0 1,-1 1-7,1-1 1,0 1 0,0-1 0,0 1 0,1-1 0,-1 1 0,0 0-1,0 0 1,1-1 0,-1 1-6,0 0 1,1 0 0,-1 0 0,1 0 0,-1 0 0,1 0 0,0 0-1,-1 0 1,0 0 0,1 0-9,-2 1 0,1-1 1,-1 0-1,1 1 1,-1-1-1,1 0 1,-1 1-1,0-1 1,0 1-1,0 0-12,-1-1 0,0 1 0,0 0 0,-1-1 0,1 1 0,0 0 0,-1 0 1,0 0-1,0 0 0,0 0-30,4-1 1,1 1 0,-1 0 0,0 0 0,-1 0 0,1-1 0,-1 1 0,0 0 0,-1 0-89,-2 0 0,0 0 0,0 0 0,-1 0 0,0 0 0,0 1 1,-1-1-1,0 0 0,0 0-521,3 0 1,0 0 0,1 1 0,-2-1 0,0 0 0,-1 0 0,-1 1 0,-1-1 670,8 0 0,-1 1 0,-1-1 0,-3 1 0,-1-1 0,-5 1 0,5-1 0,-3 1 0,-4 0 0,-5 0 0,6 0 0,0 0 0</inkml:trace>
  <inkml:trace contextRef="#ctx0" brushRef="#br0" timeOffset="46576">24489 3230 8466,'-14'2'5400,"2"1"-4929,12-3 167,0 0 242,-13 6-225,49-7-308,23 2-1001,-18-3 0,8-1 0,1 0 670,9 0 1,4 0 0,1 0-710,-9 0 1,2 0-1,1 1 1,0 0 649,-8-1 1,1 1-1,0 0 1,2 0-1,1 1-56,2-1 0,4 0 0,1 0 0,0 0 0,-2 0 1,-3 0-330,7 1 0,-3-1 0,0 0 0,4 0 311,-7 1 0,4-1 0,1 1 1,1 0-1,-2-1 0,-4 1-581,6 0 1,-3 0 0,-1-1 0,3 1 114,-3 0 1,3 1-1,1-1 1,0 0 0,-1 0 582,2 0 0,1 1 0,-1-1 0,-3 0 0,-4 0 0,3 1 0,-5-1 0,-2 1 0,-7 0 0,0-1 0,-1 1 0</inkml:trace>
  <inkml:trace contextRef="#ctx0" brushRef="#br0" timeOffset="46981">25214 2033 13709,'38'-1'735,"1"0"1,13-1 0,6 0-628,-2 0 1,6-1-1,4 1-1246,-13 0 0,4 0 1,2 0-1,0 0 1,-1 1 1046,-2-1 0,-2 1 1,1 0-1,0 1 0,0-1-228,-1 0 1,1 0-1,0 0 1,0 0-1,-1 0-227,0 1 1,0-1 0,0 1-1,-1 0 1,-1 0 501,5 0 0,-1 0 0,-2 0 0,-2 0 0,2 0 0,-3 0 0,-2 0 0,14 0 0,-1 0 0</inkml:trace>
  <inkml:trace contextRef="#ctx0" brushRef="#br0" timeOffset="48418">24943 3816 18324,'3'-35'-196,"-1"0"0,2-19 314,-2 64 39,1 12-56,3 16-34,2 13-11,-1 9-239,-3 2 278,-4-4-44,-2-15 145,-7-1 56,-4-17 286,-6 3 89,4-14-45,1-6-268,7-14-152,2-10-44,0-13 227,0-14-317,4 9 0,0-2-17,-1-16-220,2 11 0,1 2 209,2 0-11,4 4 0,4 0-45,11-7 34,6-6-273,23 15 228,-12 19-28,19 1 33,-24 14-55,8 18 78,-19 6 5,5 15 34,-17-8 0,-15 21 11,-6-25 6,-9 3 0,-5 1 11,-16 0-168,10-9 0,-1-1 163,-18 5-6,11-6-17,14-8 385,7 2-385,11-5 206,-1 8-195,9 0 6,10 3 5,12 1-22,18-2-56,15-7-115,-23-8 0,1-2-3,4-2 1,0-1-163,0-3 0,0 0-140,21-4-664,-23-1 0,-2-1-333,3-6 868,5-2-689,-20-2 869,-16 6 397,-6-6 860,-10 2-171,-7-1 616,-1-3 151,3 1-694,4 4 1070,0-4-1037,5 9-342,-1-2-358,4 8-352,1 3 5,0 2 224,4 3 62,4 3 16,9 4-5,8 2 5,4-3 1,1-3 38,-4-3 57,-6-3-40,-8-2 163,-3-7-129,-5-3-62,-7-6-44,-7 0 11,-11 0 27,-6 1 29,-3 2-22,6 5 49,-4 3-88,12 6-12,-7 6 0,5 11 5,3 2-10,-4 25-1,8-5-16,0 16-23,12-9 34,8-12-68,32 6-94,10-18-37,-10-7 0,4-2-730,1-6 1,0-4-3977,0 0 1,-1-1 4153,-10-1 0,-4 0 0,10-1 0,-30 0 0</inkml:trace>
  <inkml:trace contextRef="#ctx0" brushRef="#br0" timeOffset="49824">26028 3887 3840,'3'-7'6710,"-2"2"-2767,-1 5-2453,0 0-648,-26-29-668,3 29 379,-26-16-379,10 40-67,-1 6-63,5 9-2277,8 16 2228,14-16-74,11 15-78,17-20-112,13 4-207,10-8-1282,19-10 760,-17-9-1544,21-13-102,-17-9 1086,11-11 1312,-6-6 4064,-10-4-2860,-16-1 532,-11 1 487,-8 4 347,-3 5-223,-3 5-180,0 5-1557,0 7-5,-1 2-382,2 4-72,-1 0 112,1 6 22,1 2-11,-1 6 34,5 0 33,1-1 50,7-3 51,4-5-56,6-3 28,11-11-112,-9 1 84,8-12 45,-16 1-23,0-6-27,-9-2-6,-10-5-90,-8 7-17,-2 2 23,-5 7-45,4 9-78,0 2-18,3 9 102,3 9-12,2 3-16,0 16 0,2 2-34,-2 14-23,0 4-128,0 7 112,3-21-135,4 6-33,5-26-6,7-2 40,6-8 55,12-13 90,9-7 90,6-12 83,-1-4 46,-9-3 38,-10 3 225,-10 1-247,-8 12 95,-4 1-89,-3 9-151,-1 2-129,1 2 27,1 1 102,3 3 28,3 5-1,5 7-22,0 6 1,1 4 4,-4 7-10,-3-11 11,-2 3-6,-3-13 67,0-3 186,1-3-7,2-6-150,15-12-91,-4 1 29,19-13-22,-17 11 39,13-7-23,-17 11-61,4 0-6,-12 9-7,0 3 2,1 3-3359,6 8 3392,-2-3 39,10 6 1,-3-9-23,4 0 22,10-7-11,-3-7 28,17-11 3375,-9-7-3392,1-14-11,-19 6 12,-5-19-24,-10 2 1,-3 19 0,-2-2 33,-4-3 1,-1 2 50,-6-18-45,-2 10 56,5 19-62,4 14-240,2 2 128,1 12 79,0 11-6,0 16-5,-1-1-18,-2 22-10,2-3-20,1-18 0,1 1-81,2 0 0,3-1-155,3 3 0,1-1 88,8 10-460,10 3-346,-9-30-1788,8-3 1148,-9-9-8132,8-17 9768,-15 4 0,1-6 0,-8 11 0</inkml:trace>
  <inkml:trace contextRef="#ctx0" brushRef="#br0" timeOffset="50001">26911 3863 19608,'49'-15'608,"0"1"1,7-1-1,-6 3-373,-10 9-117,14-1-85,-23 2-77,-6 2-68,-8 0-1938,5 3 2050,-10 2 0,1-1 0,-8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B1E1-7D85-FB66-3380-3227AADAE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74B1A-A0F7-B40E-E67B-A673023E0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205C1-9FAF-4C6F-089A-DF9670B6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704C-7864-C743-0684-E7B08851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ED8AB-295C-C2E4-7E3E-8E24BC36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03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47F2-8642-C5F0-FE38-42A5C138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D8F5-C70B-61DB-FF83-053FDBF89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C087-5E82-E32D-A7AD-6E696601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413E-8843-31F8-3F4F-0A164CC9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CEFC8-6F34-4091-7090-69D639D3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5F9FD-2499-2259-F9A4-ADC01A6B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F46DA-FEA4-7F29-67AD-4EAF849A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8489D-7C7B-16BE-5414-8B7DCD5B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68767-0FCE-B48E-1E92-DE37B316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EDCE-C8CD-C24F-A2D2-287C5FCC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3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52F7-9457-683F-CDA2-517A5AF3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1189-202E-B7D3-A215-A484F9D55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5E7FD-C8E7-324E-A3D7-CEE6B5B6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CEF44-8BE9-0CE9-F697-CA4A6325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D14E6-9978-F784-7E9D-D291EB0B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4041B-1D95-5273-60F8-08592EDA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6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CE898-99E6-8EAC-DBED-D8ACE825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36708-17CF-7DFE-3F9C-EE5A363D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3C1DB-710C-8E19-6E9A-200651EAD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4E35C-C387-F66C-082E-A05B38160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F7B75-AFF1-4ADF-B56B-49B8A8B5A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E8FC1-DF78-9B7D-0915-16192F0F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A31A2-528E-F323-35BB-3D5BA7DD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BAAF93-E840-6B79-345D-14EF027A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17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1B14-EBE5-679E-0641-47135C447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C7513-28A6-469B-5D20-C121DE64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AD5C2-88E5-C45C-DD5E-DCCD0025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C0AD0-8715-1F30-E384-3D27EA7A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1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F49D4-1BEE-BCDE-CAD5-F24B9129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FEF9E-7160-7630-B699-7B70D551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B5EE3-1A3A-0286-FB53-F4EEF426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221FB-7A2D-3A21-AA33-BE940E554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DE636-DC16-2AC0-6B01-CA901125C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75849A-C99C-A07F-62E4-791EF9E8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4E6E8-487B-B473-934E-D406BFFF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8B363-8F7C-DEB2-8262-B7CF76D0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A30E4-06D3-C814-46C9-BFE746F0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7008-EEDF-827B-2F73-F2AFEA39E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C99AD-F02B-39E2-6654-5ACC41E84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246D-F2C6-7798-220C-858966122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A356D-78A4-5A80-02C9-5285196E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F1D26-EE77-61F9-EF65-EF8CFD56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9BCA9-B434-9066-1DBB-995E66AD3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6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E6AC-5CB2-F8E3-AFD7-96C5CBDB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1EDCB-AEA8-9FC6-CFA6-AB91D4229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0A78E-1957-0803-67B7-35F9FFC8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3767-AE45-18BE-6A79-C119D13C9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182F5-A7C2-6E55-D8A9-DBCA2F61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10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71FE4-C198-A21D-8663-5A7A5A9A9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11019-C245-E545-597E-2019547E1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758BC-FD80-C578-DD1F-31C7BBFE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F79CC-C6D8-1B8D-4B1F-45C369E0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7C89D-F564-2D45-13FC-355EECCDB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6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2A0E1-2997-81FF-98F9-21F27494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A3B0B-9BB2-1FE4-229F-200696882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386C0-4ACF-D651-0804-74B7AE03A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A599A-E44C-4E47-966F-BAD7BBD3E02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2C6B-11D4-E640-1A88-FA34AB7DC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0DAB1-4C75-BBEF-1B8C-FA6122E86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3B167-ABC5-2D4D-8DA6-7972A8D88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8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622FE-C8AD-3CEA-4CA4-6C132530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EE6C98-7186-3DD5-E45A-514E8BB1B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87AE4F17-7E91-0989-D9C1-2115A3C0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85D756-E7DB-A7CE-CD0C-5DF77284E2E5}"/>
                  </a:ext>
                </a:extLst>
              </p14:cNvPr>
              <p14:cNvContentPartPr/>
              <p14:nvPr/>
            </p14:nvContentPartPr>
            <p14:xfrm>
              <a:off x="501840" y="480600"/>
              <a:ext cx="8294040" cy="4410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85D756-E7DB-A7CE-CD0C-5DF77284E2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480" y="471240"/>
                <a:ext cx="8312760" cy="44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969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15C43-96DE-9D0F-B4BB-8F45A4BF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470696-F3CF-B59B-C456-F7B2B7ED7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5E50743F-97C0-6EA9-4B01-2C39A7F2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86051D-3A03-3AFC-39E8-B71F5CA330CE}"/>
                  </a:ext>
                </a:extLst>
              </p14:cNvPr>
              <p14:cNvContentPartPr/>
              <p14:nvPr/>
            </p14:nvContentPartPr>
            <p14:xfrm>
              <a:off x="279720" y="766440"/>
              <a:ext cx="5238000" cy="5985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86051D-3A03-3AFC-39E8-B71F5CA330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60" y="757080"/>
                <a:ext cx="5256720" cy="60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D9167D-6762-AF11-88DC-5D75DFEF525A}"/>
                  </a:ext>
                </a:extLst>
              </p14:cNvPr>
              <p14:cNvContentPartPr/>
              <p14:nvPr/>
            </p14:nvContentPartPr>
            <p14:xfrm>
              <a:off x="4066920" y="2315520"/>
              <a:ext cx="451080" cy="258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D9167D-6762-AF11-88DC-5D75DFEF52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57560" y="2306160"/>
                <a:ext cx="469800" cy="27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841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A62E-51C7-7FDA-FFE2-3F21D110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0FA72-9759-E1E7-7963-090A88063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676A098-EFC3-1029-146A-35C6E402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A32B73F-8D3E-50A4-16CE-5A0F34D49A88}"/>
                  </a:ext>
                </a:extLst>
              </p14:cNvPr>
              <p14:cNvContentPartPr/>
              <p14:nvPr/>
            </p14:nvContentPartPr>
            <p14:xfrm>
              <a:off x="387720" y="705960"/>
              <a:ext cx="9508320" cy="5295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A32B73F-8D3E-50A4-16CE-5A0F34D49A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360" y="696600"/>
                <a:ext cx="9527040" cy="531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653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80985-D955-52A8-8AD3-FA8E5B4A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44FFDA6-566E-BD74-B987-8D187A3D7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FD53DFB-6366-9EC8-BF00-DF6AB784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2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3FE2E-6FA1-36B7-E0DF-1EF352A9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84B7FF-142B-F210-7CEC-8100F546D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50D3BE09-7D43-55BA-F540-BC9268CE3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2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EF298-2091-58DB-48DE-14B1E133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A7625F-83B6-E534-CE36-1026DAE2E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7F74B9A1-3195-433B-5A8A-53029D46F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06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28ED8-5C6A-2EE4-17F5-0CA43D2C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C6AEFC-E83B-9643-D83D-C6A2D82F7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461A16DA-53E8-B0F6-B952-C2EDB8B48F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E54D3-B16B-12D3-4CD2-4D55E3B9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3D0501-C8CF-90B9-14FE-E663A2F79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white and blue gradient&#10;&#10;AI-generated content may be incorrect.">
            <a:extLst>
              <a:ext uri="{FF2B5EF4-FFF2-40B4-BE49-F238E27FC236}">
                <a16:creationId xmlns:a16="http://schemas.microsoft.com/office/drawing/2014/main" id="{1182D46E-1F6D-D360-E995-AB5104DE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1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2026-03-18T13:48:53Z</dcterms:created>
  <dcterms:modified xsi:type="dcterms:W3CDTF">2026-03-21T15:11:37Z</dcterms:modified>
</cp:coreProperties>
</file>